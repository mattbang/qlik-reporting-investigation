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f23aa157fe488c" /><Relationship Type="http://schemas.openxmlformats.org/officeDocument/2006/relationships/extended-properties" Target="/docProps/app.xml" Id="R44f7160975be46a3" /><Relationship Type="http://schemas.openxmlformats.org/officeDocument/2006/relationships/officeDocument" Target="/ppt/presentation.xml" Id="Rd23295161ad24b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3120e5a8e24bed"/>
  </p:sldMasterIdLst>
  <p:notesMasterIdLst>
    <p:notesMasterId xmlns:r="http://schemas.openxmlformats.org/officeDocument/2006/relationships" r:id="R00d0dab9acc74dd8"/>
  </p:notesMasterIdLst>
  <p:sldIdLst>
    <p:sldId xmlns:r="http://schemas.openxmlformats.org/officeDocument/2006/relationships" id="256" r:id="R270606074fb149fe"/>
    <p:sldId xmlns:r="http://schemas.openxmlformats.org/officeDocument/2006/relationships" id="257" r:id="R1c11d84e23114fc2"/>
    <p:sldId xmlns:r="http://schemas.openxmlformats.org/officeDocument/2006/relationships" id="258" r:id="R0b7243a42a914626"/>
    <p:sldId xmlns:r="http://schemas.openxmlformats.org/officeDocument/2006/relationships" id="259" r:id="R066d44362c6a454b"/>
    <p:sldId xmlns:r="http://schemas.openxmlformats.org/officeDocument/2006/relationships" id="260" r:id="Rf3ee4f4d33c846ad"/>
    <p:sldId xmlns:r="http://schemas.openxmlformats.org/officeDocument/2006/relationships" id="261" r:id="R1323f21c98914120"/>
    <p:sldId xmlns:r="http://schemas.openxmlformats.org/officeDocument/2006/relationships" id="262" r:id="R4dbdf587dea94165"/>
    <p:sldId xmlns:r="http://schemas.openxmlformats.org/officeDocument/2006/relationships" id="263" r:id="R46c4fce2cbbe4cc8"/>
    <p:sldId xmlns:r="http://schemas.openxmlformats.org/officeDocument/2006/relationships" id="264" r:id="R30fb40ccde354ae1"/>
    <p:sldId xmlns:r="http://schemas.openxmlformats.org/officeDocument/2006/relationships" id="265" r:id="R71daa388fb844fc7"/>
    <p:sldId xmlns:r="http://schemas.openxmlformats.org/officeDocument/2006/relationships" id="266" r:id="R860bf0ea0a0143fb"/>
    <p:sldId xmlns:r="http://schemas.openxmlformats.org/officeDocument/2006/relationships" id="267" r:id="R456f7de7a71b4e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f750757e464bcc" /><Relationship Type="http://schemas.openxmlformats.org/officeDocument/2006/relationships/slideMaster" Target="/ppt/slideMasters/slideMaster1.xml" Id="R003120e5a8e24bed" /><Relationship Type="http://schemas.openxmlformats.org/officeDocument/2006/relationships/notesMaster" Target="/ppt/notesMasters/notesMaster1.xml" Id="R00d0dab9acc74dd8" /><Relationship Type="http://schemas.openxmlformats.org/officeDocument/2006/relationships/presProps" Target="/ppt/presProps.xml" Id="Reb673289da2f4efd" /><Relationship Type="http://schemas.openxmlformats.org/officeDocument/2006/relationships/tableStyles" Target="/ppt/tableStyles.xml" Id="R9122c602e75641ab" /><Relationship Type="http://schemas.openxmlformats.org/officeDocument/2006/relationships/slide" Target="/ppt/slides/slide1.xml" Id="R270606074fb149fe" /><Relationship Type="http://schemas.openxmlformats.org/officeDocument/2006/relationships/slide" Target="/ppt/slides/slide2.xml" Id="R1c11d84e23114fc2" /><Relationship Type="http://schemas.openxmlformats.org/officeDocument/2006/relationships/slide" Target="/ppt/slides/slide3.xml" Id="R0b7243a42a914626" /><Relationship Type="http://schemas.openxmlformats.org/officeDocument/2006/relationships/slide" Target="/ppt/slides/slide4.xml" Id="R066d44362c6a454b" /><Relationship Type="http://schemas.openxmlformats.org/officeDocument/2006/relationships/slide" Target="/ppt/slides/slide5.xml" Id="Rf3ee4f4d33c846ad" /><Relationship Type="http://schemas.openxmlformats.org/officeDocument/2006/relationships/slide" Target="/ppt/slides/slide6.xml" Id="R1323f21c98914120" /><Relationship Type="http://schemas.openxmlformats.org/officeDocument/2006/relationships/slide" Target="/ppt/slides/slide7.xml" Id="R4dbdf587dea94165" /><Relationship Type="http://schemas.openxmlformats.org/officeDocument/2006/relationships/slide" Target="/ppt/slides/slide8.xml" Id="R46c4fce2cbbe4cc8" /><Relationship Type="http://schemas.openxmlformats.org/officeDocument/2006/relationships/slide" Target="/ppt/slides/slide9.xml" Id="R30fb40ccde354ae1" /><Relationship Type="http://schemas.openxmlformats.org/officeDocument/2006/relationships/slide" Target="/ppt/slides/slide10.xml" Id="R71daa388fb844fc7" /><Relationship Type="http://schemas.openxmlformats.org/officeDocument/2006/relationships/slide" Target="/ppt/slides/slide11.xml" Id="R860bf0ea0a0143fb" /><Relationship Type="http://schemas.openxmlformats.org/officeDocument/2006/relationships/slide" Target="/ppt/slides/slide12.xml" Id="R456f7de7a71b4e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90f045c1d74f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03c4ee4caf41f5" /><Relationship Type="http://schemas.openxmlformats.org/officeDocument/2006/relationships/notesMaster" Target="/ppt/notesMasters/notesMaster1.xml" Id="Rd0b7d732d3c747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53f3178ef0428f" /><Relationship Type="http://schemas.openxmlformats.org/officeDocument/2006/relationships/notesMaster" Target="/ppt/notesMasters/notesMaster1.xml" Id="R976f56ff5e9c46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3e57fabe88453b" /><Relationship Type="http://schemas.openxmlformats.org/officeDocument/2006/relationships/notesMaster" Target="/ppt/notesMasters/notesMaster1.xml" Id="R5a04e8b3244941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75da9c60a44bf0" /><Relationship Type="http://schemas.openxmlformats.org/officeDocument/2006/relationships/notesMaster" Target="/ppt/notesMasters/notesMaster1.xml" Id="R152caaf8bddb40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a00ab105804bae" /><Relationship Type="http://schemas.openxmlformats.org/officeDocument/2006/relationships/notesMaster" Target="/ppt/notesMasters/notesMaster1.xml" Id="R22f4c7e7200e4e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896370db8f47f0" /><Relationship Type="http://schemas.openxmlformats.org/officeDocument/2006/relationships/notesMaster" Target="/ppt/notesMasters/notesMaster1.xml" Id="Rc5a3f0723fff47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af149b77f44055" /><Relationship Type="http://schemas.openxmlformats.org/officeDocument/2006/relationships/notesMaster" Target="/ppt/notesMasters/notesMaster1.xml" Id="R1122426804024c2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7d7b9883634b84" /><Relationship Type="http://schemas.openxmlformats.org/officeDocument/2006/relationships/notesMaster" Target="/ppt/notesMasters/notesMaster1.xml" Id="R60636d55d9824ea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765abbd01d494c" /><Relationship Type="http://schemas.openxmlformats.org/officeDocument/2006/relationships/notesMaster" Target="/ppt/notesMasters/notesMaster1.xml" Id="Rb15f961c8004412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0729da5ac44dac" /><Relationship Type="http://schemas.openxmlformats.org/officeDocument/2006/relationships/notesMaster" Target="/ppt/notesMasters/notesMaster1.xml" Id="R732a00e4623343b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515a5026ee413e" /><Relationship Type="http://schemas.openxmlformats.org/officeDocument/2006/relationships/notesMaster" Target="/ppt/notesMasters/notesMaster1.xml" Id="R7c0a1293b4894a6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c8f47053fac48ac" /><Relationship Type="http://schemas.openxmlformats.org/officeDocument/2006/relationships/notesMaster" Target="/ppt/notesMasters/notesMaster1.xml" Id="Rd780dbab1f484c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dd71ffa17140f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9bd359c6fd4d9c" /><Relationship Type="http://schemas.openxmlformats.org/officeDocument/2006/relationships/slideLayout" Target="/ppt/slideLayouts/slideLayout1.xml" Id="Raf5ddc1c2cbf48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5ddc1c2cbf48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de0d2a62d4f5b" /><Relationship Type="http://schemas.openxmlformats.org/officeDocument/2006/relationships/chart" Target="/ppt/slides/charts/chart1.xml" Id="R26146f8cfef34c79" /><Relationship Type="http://schemas.openxmlformats.org/officeDocument/2006/relationships/chart" Target="/ppt/slides/charts/chart2.xml" Id="Rc59e4deb8cd442c3" /><Relationship Type="http://schemas.openxmlformats.org/officeDocument/2006/relationships/notesSlide" Target="/ppt/notesSlides/notesSlide1.xml" Id="R5a9259a9cfe645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746f0bef84500" /><Relationship Type="http://schemas.openxmlformats.org/officeDocument/2006/relationships/chart" Target="/ppt/slides/charts/chart3.xml" Id="R919cf2176ca4416d" /><Relationship Type="http://schemas.openxmlformats.org/officeDocument/2006/relationships/chart" Target="/ppt/slides/charts/chart4.xml" Id="R86cdecb1c4094e72" /><Relationship Type="http://schemas.openxmlformats.org/officeDocument/2006/relationships/notesSlide" Target="/ppt/notesSlides/notesSlide2.xml" Id="Rac1375f312304c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a694284127459d" /><Relationship Type="http://schemas.openxmlformats.org/officeDocument/2006/relationships/chart" Target="/ppt/slides/charts/chart5.xml" Id="R9b2d0fd39b08443b" /><Relationship Type="http://schemas.openxmlformats.org/officeDocument/2006/relationships/chart" Target="/ppt/slides/charts/chart6.xml" Id="Re0bb06a442fd4ce7" /><Relationship Type="http://schemas.openxmlformats.org/officeDocument/2006/relationships/notesSlide" Target="/ppt/notesSlides/notesSlide3.xml" Id="R2d18998e276647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22805844f4085" /><Relationship Type="http://schemas.openxmlformats.org/officeDocument/2006/relationships/chart" Target="/ppt/slides/charts/chart7.xml" Id="R259f798052f64ea2" /><Relationship Type="http://schemas.openxmlformats.org/officeDocument/2006/relationships/chart" Target="/ppt/slides/charts/chart8.xml" Id="R885264659ab34034" /><Relationship Type="http://schemas.openxmlformats.org/officeDocument/2006/relationships/notesSlide" Target="/ppt/notesSlides/notesSlide4.xml" Id="Rc9cef09c42ec45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f87e95e7a4441" /><Relationship Type="http://schemas.openxmlformats.org/officeDocument/2006/relationships/chart" Target="/ppt/slides/charts/chart9.xml" Id="Rcb57da217b754e12" /><Relationship Type="http://schemas.openxmlformats.org/officeDocument/2006/relationships/chart" Target="/ppt/slides/charts/chart10.xml" Id="Rfe82143ed41c4c0c" /><Relationship Type="http://schemas.openxmlformats.org/officeDocument/2006/relationships/notesSlide" Target="/ppt/notesSlides/notesSlide5.xml" Id="R77826c89e8c046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8f6050e1b4ce4" /><Relationship Type="http://schemas.openxmlformats.org/officeDocument/2006/relationships/chart" Target="/ppt/slides/charts/chart11.xml" Id="Rf76ff1676c8d4bf2" /><Relationship Type="http://schemas.openxmlformats.org/officeDocument/2006/relationships/chart" Target="/ppt/slides/charts/chart12.xml" Id="R34abd5fcaa3d410d" /><Relationship Type="http://schemas.openxmlformats.org/officeDocument/2006/relationships/notesSlide" Target="/ppt/notesSlides/notesSlide6.xml" Id="R37229739368240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bac2d90fe4645" /><Relationship Type="http://schemas.openxmlformats.org/officeDocument/2006/relationships/chart" Target="/ppt/slides/charts/chart13.xml" Id="R2458e096ea3548ea" /><Relationship Type="http://schemas.openxmlformats.org/officeDocument/2006/relationships/chart" Target="/ppt/slides/charts/chart14.xml" Id="Ra2ef4b4460b44e5d" /><Relationship Type="http://schemas.openxmlformats.org/officeDocument/2006/relationships/notesSlide" Target="/ppt/notesSlides/notesSlide7.xml" Id="R7765b1dc1f7340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0307f61454512" /><Relationship Type="http://schemas.openxmlformats.org/officeDocument/2006/relationships/chart" Target="/ppt/slides/charts/chart15.xml" Id="R43830b7d07664913" /><Relationship Type="http://schemas.openxmlformats.org/officeDocument/2006/relationships/chart" Target="/ppt/slides/charts/chart16.xml" Id="Rb23cfaf2581e44a0" /><Relationship Type="http://schemas.openxmlformats.org/officeDocument/2006/relationships/notesSlide" Target="/ppt/notesSlides/notesSlide8.xml" Id="R742490d03fcf471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c0c18b32374784" /><Relationship Type="http://schemas.openxmlformats.org/officeDocument/2006/relationships/chart" Target="/ppt/slides/charts/chart17.xml" Id="Rb33075bd26cd4e03" /><Relationship Type="http://schemas.openxmlformats.org/officeDocument/2006/relationships/chart" Target="/ppt/slides/charts/chart18.xml" Id="R696214360cb34257" /><Relationship Type="http://schemas.openxmlformats.org/officeDocument/2006/relationships/notesSlide" Target="/ppt/notesSlides/notesSlide9.xml" Id="Rdb0b15b6e6204e6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f486af3b94aa3" /><Relationship Type="http://schemas.openxmlformats.org/officeDocument/2006/relationships/chart" Target="/ppt/slides/charts/chart19.xml" Id="Rac3efc7496584a82" /><Relationship Type="http://schemas.openxmlformats.org/officeDocument/2006/relationships/chart" Target="/ppt/slides/charts/chart20.xml" Id="Re301725638724a39" /><Relationship Type="http://schemas.openxmlformats.org/officeDocument/2006/relationships/notesSlide" Target="/ppt/notesSlides/notesSlide10.xml" Id="R9e9db30ff3ab48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c01f4514cc4e17" /><Relationship Type="http://schemas.openxmlformats.org/officeDocument/2006/relationships/chart" Target="/ppt/slides/charts/chart21.xml" Id="R5bc3156e65cf4f4d" /><Relationship Type="http://schemas.openxmlformats.org/officeDocument/2006/relationships/chart" Target="/ppt/slides/charts/chart22.xml" Id="R57e4cf8522ab495e" /><Relationship Type="http://schemas.openxmlformats.org/officeDocument/2006/relationships/notesSlide" Target="/ppt/notesSlides/notesSlide11.xml" Id="R21a76822388b4ef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cbb37d3574ede" /><Relationship Type="http://schemas.openxmlformats.org/officeDocument/2006/relationships/chart" Target="/ppt/slides/charts/chart23.xml" Id="R3f37b0796c534585" /><Relationship Type="http://schemas.openxmlformats.org/officeDocument/2006/relationships/chart" Target="/ppt/slides/charts/chart24.xml" Id="Ra666b92002264817" /><Relationship Type="http://schemas.openxmlformats.org/officeDocument/2006/relationships/notesSlide" Target="/ppt/notesSlides/notesSlide12.xml" Id="R9ac9a7b65508426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_rels/chart9.xml.rels><Relationships xmlns="http://schemas.openxmlformats.org/package/2006/relationships"><Relationship Id="rIdChartSnapshot1" Type="http://schemas.openxmlformats.org/officeDocument/2006/relationships/package" Target="../../embeddings/chart-data-snapshot-009.xlsx"/></Relationships>
</file>

<file path=ppt/slides/charts/_rels/chart10.xml.rels><Relationships xmlns="http://schemas.openxmlformats.org/package/2006/relationships"><Relationship Id="rIdChartSnapshot1" Type="http://schemas.openxmlformats.org/officeDocument/2006/relationships/package" Target="../../embeddings/chart-data-snapshot-010.xlsx"/></Relationships>
</file>

<file path=ppt/slides/charts/_rels/chart11.xml.rels><Relationships xmlns="http://schemas.openxmlformats.org/package/2006/relationships"><Relationship Id="rIdChartSnapshot1" Type="http://schemas.openxmlformats.org/officeDocument/2006/relationships/package" Target="../../embeddings/chart-data-snapshot-011.xlsx"/></Relationships>
</file>

<file path=ppt/slides/charts/_rels/chart12.xml.rels><Relationships xmlns="http://schemas.openxmlformats.org/package/2006/relationships"><Relationship Id="rIdChartSnapshot1" Type="http://schemas.openxmlformats.org/officeDocument/2006/relationships/package" Target="../../embeddings/chart-data-snapshot-012.xlsx"/></Relationships>
</file>

<file path=ppt/slides/charts/_rels/chart13.xml.rels><Relationships xmlns="http://schemas.openxmlformats.org/package/2006/relationships"><Relationship Id="rIdChartSnapshot1" Type="http://schemas.openxmlformats.org/officeDocument/2006/relationships/package" Target="../../embeddings/chart-data-snapshot-013.xlsx"/></Relationships>
</file>

<file path=ppt/slides/charts/_rels/chart14.xml.rels><Relationships xmlns="http://schemas.openxmlformats.org/package/2006/relationships"><Relationship Id="rIdChartSnapshot1" Type="http://schemas.openxmlformats.org/officeDocument/2006/relationships/package" Target="../../embeddings/chart-data-snapshot-014.xlsx"/></Relationships>
</file>

<file path=ppt/slides/charts/_rels/chart15.xml.rels><Relationships xmlns="http://schemas.openxmlformats.org/package/2006/relationships"><Relationship Id="rIdChartSnapshot1" Type="http://schemas.openxmlformats.org/officeDocument/2006/relationships/package" Target="../../embeddings/chart-data-snapshot-015.xlsx"/></Relationships>
</file>

<file path=ppt/slides/charts/_rels/chart16.xml.rels><Relationships xmlns="http://schemas.openxmlformats.org/package/2006/relationships"><Relationship Id="rIdChartSnapshot1" Type="http://schemas.openxmlformats.org/officeDocument/2006/relationships/package" Target="../../embeddings/chart-data-snapshot-016.xlsx"/></Relationships>
</file>

<file path=ppt/slides/charts/_rels/chart17.xml.rels><Relationships xmlns="http://schemas.openxmlformats.org/package/2006/relationships"><Relationship Id="rIdChartSnapshot1" Type="http://schemas.openxmlformats.org/officeDocument/2006/relationships/package" Target="../../embeddings/chart-data-snapshot-017.xlsx"/></Relationships>
</file>

<file path=ppt/slides/charts/_rels/chart18.xml.rels><Relationships xmlns="http://schemas.openxmlformats.org/package/2006/relationships"><Relationship Id="rIdChartSnapshot1" Type="http://schemas.openxmlformats.org/officeDocument/2006/relationships/package" Target="../../embeddings/chart-data-snapshot-018.xlsx"/></Relationships>
</file>

<file path=ppt/slides/charts/_rels/chart19.xml.rels><Relationships xmlns="http://schemas.openxmlformats.org/package/2006/relationships"><Relationship Id="rIdChartSnapshot1" Type="http://schemas.openxmlformats.org/officeDocument/2006/relationships/package" Target="../../embeddings/chart-data-snapshot-019.xlsx"/></Relationships>
</file>

<file path=ppt/slides/charts/_rels/chart20.xml.rels><Relationships xmlns="http://schemas.openxmlformats.org/package/2006/relationships"><Relationship Id="rIdChartSnapshot1" Type="http://schemas.openxmlformats.org/officeDocument/2006/relationships/package" Target="../../embeddings/chart-data-snapshot-020.xlsx"/></Relationships>
</file>

<file path=ppt/slides/charts/_rels/chart21.xml.rels><Relationships xmlns="http://schemas.openxmlformats.org/package/2006/relationships"><Relationship Id="rIdChartSnapshot1" Type="http://schemas.openxmlformats.org/officeDocument/2006/relationships/package" Target="../../embeddings/chart-data-snapshot-021.xlsx"/></Relationships>
</file>

<file path=ppt/slides/charts/_rels/chart22.xml.rels><Relationships xmlns="http://schemas.openxmlformats.org/package/2006/relationships"><Relationship Id="rIdChartSnapshot1" Type="http://schemas.openxmlformats.org/officeDocument/2006/relationships/package" Target="../../embeddings/chart-data-snapshot-022.xlsx"/></Relationships>
</file>

<file path=ppt/slides/charts/_rels/chart23.xml.rels><Relationships xmlns="http://schemas.openxmlformats.org/package/2006/relationships"><Relationship Id="rIdChartSnapshot1" Type="http://schemas.openxmlformats.org/officeDocument/2006/relationships/package" Target="../../embeddings/chart-data-snapshot-023.xlsx"/></Relationships>
</file>

<file path=ppt/slides/charts/_rels/chart24.xml.rels><Relationships xmlns="http://schemas.openxmlformats.org/package/2006/relationships"><Relationship Id="rIdChartSnapshot1" Type="http://schemas.openxmlformats.org/officeDocument/2006/relationships/package" Target="../../embeddings/chart-data-snapshot-02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Market units</c:v>
          </c:tx>
          <c:spPr>
            <a:solidFill xmlns:a="http://schemas.openxmlformats.org/drawingml/2006/main">
              <a:srgbClr val="B8C6CE"/>
            </a:solidFill>
          </c:spP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1000</c:v>
                </c:pt>
                <c:pt idx="1">
                  <c:v>1130</c:v>
                </c:pt>
                <c:pt idx="2">
                  <c:v>1260</c:v>
                </c:pt>
                <c:pt idx="3">
                  <c:v>1390</c:v>
                </c:pt>
              </c:numCache>
            </c:numRef>
          </c:val>
        </c:ser>
        <c:ser>
          <c:idx val="1"/>
          <c:order val="1"/>
          <c:tx>
            <c:v>Company units</c:v>
          </c:tx>
          <c:spPr>
            <a:solidFill xmlns:a="http://schemas.openxmlformats.org/drawingml/2006/main">
              <a:srgbClr val="315CC5"/>
            </a:solidFill>
          </c:spP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#,##0</c:formatCode>
                <c:ptCount val="4"/>
                <c:pt idx="0">
                  <c:v>180</c:v>
                </c:pt>
                <c:pt idx="1">
                  <c:v>218</c:v>
                </c:pt>
                <c:pt idx="2">
                  <c:v>260</c:v>
                </c:pt>
                <c:pt idx="3">
                  <c:v>304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lineChart>
        <c:grouping val="standard"/>
        <c:ser>
          <c:idx val="2"/>
          <c:order val="2"/>
          <c:tx>
            <c:v>Share %</c:v>
          </c:tx>
          <c:spPr>
            <a:solidFill xmlns:a="http://schemas.openxmlformats.org/drawingml/2006/main">
              <a:srgbClr val="182331"/>
            </a:solidFill>
            <a:ln xmlns:a="http://schemas.openxmlformats.org/drawingml/2006/main" w="23813">
              <a:solidFill>
                <a:srgbClr val="182331"/>
              </a:solidFill>
            </a:ln>
          </c:spPr>
          <c:marker>
            <c:symbol val="circle"/>
            <c:size val="5"/>
          </c:marker>
          <c:cat>
            <c:strRef>
              <c:f>'Chart Data'!$E$2:$E$5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Data'!$F$2:$F$5</c:f>
              <c:numCache>
                <c:formatCode>#,##0</c:formatCode>
                <c:ptCount val="4"/>
                <c:pt idx="0">
                  <c:v>0.18</c:v>
                </c:pt>
                <c:pt idx="1">
                  <c:v>0.19292035</c:v>
                </c:pt>
                <c:pt idx="2">
                  <c:v>0.20634921</c:v>
                </c:pt>
                <c:pt idx="3">
                  <c:v>0.21870504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  <c:numFmt formatCode="0.0%" sourceLinked="0"/>
        </c:dLbls>
        <c:smooth val="0"/>
        <c:axId val="700001"/>
        <c:axId val="700002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4000"/>
          <c:min val="0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catAx>
        <c:axId val="700001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2"/>
      </c:catAx>
      <c:valAx>
        <c:axId val="700002"/>
        <c:scaling>
          <c:orientation val="minMax"/>
          <c:max val="0.4"/>
          <c:min val="0"/>
        </c:scaling>
        <c:delete val="0"/>
        <c:axPos val="r"/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1"/>
        <c:crossBetween val="between"/>
        <c:crosses val="max"/>
        <c:majorUnit val="0.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Company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480</c:v>
                </c:pt>
                <c:pt idx="1">
                  <c:v>492</c:v>
                </c:pt>
                <c:pt idx="2">
                  <c:v>504</c:v>
                </c:pt>
                <c:pt idx="3">
                  <c:v>516</c:v>
                </c:pt>
              </c:numCache>
            </c:numRef>
          </c:val>
          <c:smooth val="0"/>
        </c:ser>
        <c:ser>
          <c:idx val="1"/>
          <c:order val="1"/>
          <c:tx>
            <c:v>Market average</c:v>
          </c:tx>
          <c:spPr>
            <a:solidFill xmlns:a="http://schemas.openxmlformats.org/drawingml/2006/main">
              <a:srgbClr val="A85D24"/>
            </a:solidFill>
            <a:ln xmlns:a="http://schemas.openxmlformats.org/drawingml/2006/main" w="28575">
              <a:solidFill>
                <a:srgbClr val="A85D24"/>
              </a:solidFill>
              <a:prstDash val="dash"/>
            </a:ln>
          </c:spPr>
          <c:marker>
            <c:symbol val="none"/>
          </c:marke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445</c:v>
                </c:pt>
                <c:pt idx="1">
                  <c:v>442</c:v>
                </c:pt>
                <c:pt idx="2">
                  <c:v>439</c:v>
                </c:pt>
                <c:pt idx="3">
                  <c:v>436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Market units</c:v>
          </c:tx>
          <c:spPr>
            <a:solidFill xmlns:a="http://schemas.openxmlformats.org/drawingml/2006/main">
              <a:srgbClr val="B8C6CE"/>
            </a:solidFill>
          </c:spP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1180</c:v>
                </c:pt>
                <c:pt idx="1">
                  <c:v>1310</c:v>
                </c:pt>
                <c:pt idx="2">
                  <c:v>1440</c:v>
                </c:pt>
                <c:pt idx="3">
                  <c:v>1570</c:v>
                </c:pt>
              </c:numCache>
            </c:numRef>
          </c:val>
        </c:ser>
        <c:ser>
          <c:idx val="1"/>
          <c:order val="1"/>
          <c:tx>
            <c:v>Company units</c:v>
          </c:tx>
          <c:spPr>
            <a:solidFill xmlns:a="http://schemas.openxmlformats.org/drawingml/2006/main">
              <a:srgbClr val="315CC5"/>
            </a:solidFill>
          </c:spP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#,##0</c:formatCode>
                <c:ptCount val="4"/>
                <c:pt idx="0">
                  <c:v>242</c:v>
                </c:pt>
                <c:pt idx="1">
                  <c:v>286</c:v>
                </c:pt>
                <c:pt idx="2">
                  <c:v>333</c:v>
                </c:pt>
                <c:pt idx="3">
                  <c:v>383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lineChart>
        <c:grouping val="standard"/>
        <c:ser>
          <c:idx val="2"/>
          <c:order val="2"/>
          <c:tx>
            <c:v>Share %</c:v>
          </c:tx>
          <c:spPr>
            <a:solidFill xmlns:a="http://schemas.openxmlformats.org/drawingml/2006/main">
              <a:srgbClr val="182331"/>
            </a:solidFill>
            <a:ln xmlns:a="http://schemas.openxmlformats.org/drawingml/2006/main" w="23813">
              <a:solidFill>
                <a:srgbClr val="182331"/>
              </a:solidFill>
            </a:ln>
          </c:spPr>
          <c:marker>
            <c:symbol val="circle"/>
            <c:size val="5"/>
          </c:marker>
          <c:cat>
            <c:strRef>
              <c:f>'Chart Data'!$E$2:$E$5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Data'!$F$2:$F$5</c:f>
              <c:numCache>
                <c:formatCode>#,##0</c:formatCode>
                <c:ptCount val="4"/>
                <c:pt idx="0">
                  <c:v>0.20508475</c:v>
                </c:pt>
                <c:pt idx="1">
                  <c:v>0.21832061</c:v>
                </c:pt>
                <c:pt idx="2">
                  <c:v>0.23125</c:v>
                </c:pt>
                <c:pt idx="3">
                  <c:v>0.24394904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  <c:numFmt formatCode="0.0%" sourceLinked="0"/>
        </c:dLbls>
        <c:smooth val="0"/>
        <c:axId val="700001"/>
        <c:axId val="700002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4000"/>
          <c:min val="0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catAx>
        <c:axId val="700001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2"/>
      </c:catAx>
      <c:valAx>
        <c:axId val="700002"/>
        <c:scaling>
          <c:orientation val="minMax"/>
          <c:max val="0.4"/>
          <c:min val="0"/>
        </c:scaling>
        <c:delete val="0"/>
        <c:axPos val="r"/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1"/>
        <c:crossBetween val="between"/>
        <c:crosses val="max"/>
        <c:majorUnit val="0.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Company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565</c:v>
                </c:pt>
                <c:pt idx="1">
                  <c:v>577</c:v>
                </c:pt>
                <c:pt idx="2">
                  <c:v>589</c:v>
                </c:pt>
                <c:pt idx="3">
                  <c:v>601</c:v>
                </c:pt>
              </c:numCache>
            </c:numRef>
          </c:val>
          <c:smooth val="0"/>
        </c:ser>
        <c:ser>
          <c:idx val="1"/>
          <c:order val="1"/>
          <c:tx>
            <c:v>Market average</c:v>
          </c:tx>
          <c:spPr>
            <a:solidFill xmlns:a="http://schemas.openxmlformats.org/drawingml/2006/main">
              <a:srgbClr val="A85D24"/>
            </a:solidFill>
            <a:ln xmlns:a="http://schemas.openxmlformats.org/drawingml/2006/main" w="28575">
              <a:solidFill>
                <a:srgbClr val="A85D24"/>
              </a:solidFill>
              <a:prstDash val="dash"/>
            </a:ln>
          </c:spPr>
          <c:marker>
            <c:symbol val="none"/>
          </c:marke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530</c:v>
                </c:pt>
                <c:pt idx="1">
                  <c:v>527</c:v>
                </c:pt>
                <c:pt idx="2">
                  <c:v>524</c:v>
                </c:pt>
                <c:pt idx="3">
                  <c:v>521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Market units</c:v>
          </c:tx>
          <c:spPr>
            <a:solidFill xmlns:a="http://schemas.openxmlformats.org/drawingml/2006/main">
              <a:srgbClr val="B8C6CE"/>
            </a:solidFill>
          </c:spP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1350</c:v>
                </c:pt>
                <c:pt idx="1">
                  <c:v>1480</c:v>
                </c:pt>
                <c:pt idx="2">
                  <c:v>1610</c:v>
                </c:pt>
                <c:pt idx="3">
                  <c:v>1740</c:v>
                </c:pt>
              </c:numCache>
            </c:numRef>
          </c:val>
        </c:ser>
        <c:ser>
          <c:idx val="1"/>
          <c:order val="1"/>
          <c:tx>
            <c:v>Company units</c:v>
          </c:tx>
          <c:spPr>
            <a:solidFill xmlns:a="http://schemas.openxmlformats.org/drawingml/2006/main">
              <a:srgbClr val="16786C"/>
            </a:solidFill>
          </c:spP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#,##0</c:formatCode>
                <c:ptCount val="4"/>
                <c:pt idx="0">
                  <c:v>243</c:v>
                </c:pt>
                <c:pt idx="1">
                  <c:v>286</c:v>
                </c:pt>
                <c:pt idx="2">
                  <c:v>332</c:v>
                </c:pt>
                <c:pt idx="3">
                  <c:v>381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lineChart>
        <c:grouping val="standard"/>
        <c:ser>
          <c:idx val="2"/>
          <c:order val="2"/>
          <c:tx>
            <c:v>Share %</c:v>
          </c:tx>
          <c:spPr>
            <a:solidFill xmlns:a="http://schemas.openxmlformats.org/drawingml/2006/main">
              <a:srgbClr val="182331"/>
            </a:solidFill>
            <a:ln xmlns:a="http://schemas.openxmlformats.org/drawingml/2006/main" w="23813">
              <a:solidFill>
                <a:srgbClr val="182331"/>
              </a:solidFill>
            </a:ln>
          </c:spPr>
          <c:marker>
            <c:symbol val="circle"/>
            <c:size val="5"/>
          </c:marker>
          <c:cat>
            <c:strRef>
              <c:f>'Chart Data'!$E$2:$E$5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Data'!$F$2:$F$5</c:f>
              <c:numCache>
                <c:formatCode>#,##0</c:formatCode>
                <c:ptCount val="4"/>
                <c:pt idx="0">
                  <c:v>0.18</c:v>
                </c:pt>
                <c:pt idx="1">
                  <c:v>0.19324324</c:v>
                </c:pt>
                <c:pt idx="2">
                  <c:v>0.20621118</c:v>
                </c:pt>
                <c:pt idx="3">
                  <c:v>0.21896552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  <c:numFmt formatCode="0.0%" sourceLinked="0"/>
        </c:dLbls>
        <c:smooth val="0"/>
        <c:axId val="700001"/>
        <c:axId val="700002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5000"/>
          <c:min val="0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catAx>
        <c:axId val="700001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2"/>
      </c:catAx>
      <c:valAx>
        <c:axId val="700002"/>
        <c:scaling>
          <c:orientation val="minMax"/>
          <c:max val="0.4"/>
          <c:min val="0"/>
        </c:scaling>
        <c:delete val="0"/>
        <c:axPos val="r"/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1"/>
        <c:crossBetween val="between"/>
        <c:crosses val="max"/>
        <c:majorUnit val="0.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Company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640</c:v>
                </c:pt>
                <c:pt idx="1">
                  <c:v>652</c:v>
                </c:pt>
                <c:pt idx="2">
                  <c:v>664</c:v>
                </c:pt>
                <c:pt idx="3">
                  <c:v>676</c:v>
                </c:pt>
              </c:numCache>
            </c:numRef>
          </c:val>
          <c:smooth val="0"/>
        </c:ser>
        <c:ser>
          <c:idx val="1"/>
          <c:order val="1"/>
          <c:tx>
            <c:v>Market average</c:v>
          </c:tx>
          <c:spPr>
            <a:solidFill xmlns:a="http://schemas.openxmlformats.org/drawingml/2006/main">
              <a:srgbClr val="A85D24"/>
            </a:solidFill>
            <a:ln xmlns:a="http://schemas.openxmlformats.org/drawingml/2006/main" w="28575">
              <a:solidFill>
                <a:srgbClr val="A85D24"/>
              </a:solidFill>
              <a:prstDash val="dash"/>
            </a:ln>
          </c:spPr>
          <c:marker>
            <c:symbol val="none"/>
          </c:marke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605</c:v>
                </c:pt>
                <c:pt idx="1">
                  <c:v>602</c:v>
                </c:pt>
                <c:pt idx="2">
                  <c:v>599</c:v>
                </c:pt>
                <c:pt idx="3">
                  <c:v>596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Market units</c:v>
          </c:tx>
          <c:spPr>
            <a:solidFill xmlns:a="http://schemas.openxmlformats.org/drawingml/2006/main">
              <a:srgbClr val="B8C6CE"/>
            </a:solidFill>
          </c:spP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1530</c:v>
                </c:pt>
                <c:pt idx="1">
                  <c:v>1660</c:v>
                </c:pt>
                <c:pt idx="2">
                  <c:v>1790</c:v>
                </c:pt>
                <c:pt idx="3">
                  <c:v>1920</c:v>
                </c:pt>
              </c:numCache>
            </c:numRef>
          </c:val>
        </c:ser>
        <c:ser>
          <c:idx val="1"/>
          <c:order val="1"/>
          <c:tx>
            <c:v>Company units</c:v>
          </c:tx>
          <c:spPr>
            <a:solidFill xmlns:a="http://schemas.openxmlformats.org/drawingml/2006/main">
              <a:srgbClr val="16786C"/>
            </a:solidFill>
          </c:spP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#,##0</c:formatCode>
                <c:ptCount val="4"/>
                <c:pt idx="0">
                  <c:v>314</c:v>
                </c:pt>
                <c:pt idx="1">
                  <c:v>362</c:v>
                </c:pt>
                <c:pt idx="2">
                  <c:v>413</c:v>
                </c:pt>
                <c:pt idx="3">
                  <c:v>468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lineChart>
        <c:grouping val="standard"/>
        <c:ser>
          <c:idx val="2"/>
          <c:order val="2"/>
          <c:tx>
            <c:v>Share %</c:v>
          </c:tx>
          <c:spPr>
            <a:solidFill xmlns:a="http://schemas.openxmlformats.org/drawingml/2006/main">
              <a:srgbClr val="182331"/>
            </a:solidFill>
            <a:ln xmlns:a="http://schemas.openxmlformats.org/drawingml/2006/main" w="23813">
              <a:solidFill>
                <a:srgbClr val="182331"/>
              </a:solidFill>
            </a:ln>
          </c:spPr>
          <c:marker>
            <c:symbol val="circle"/>
            <c:size val="5"/>
          </c:marker>
          <c:cat>
            <c:strRef>
              <c:f>'Chart Data'!$E$2:$E$5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Data'!$F$2:$F$5</c:f>
              <c:numCache>
                <c:formatCode>#,##0</c:formatCode>
                <c:ptCount val="4"/>
                <c:pt idx="0">
                  <c:v>0.20522876</c:v>
                </c:pt>
                <c:pt idx="1">
                  <c:v>0.21807229</c:v>
                </c:pt>
                <c:pt idx="2">
                  <c:v>0.23072626</c:v>
                </c:pt>
                <c:pt idx="3">
                  <c:v>0.24375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  <c:numFmt formatCode="0.0%" sourceLinked="0"/>
        </c:dLbls>
        <c:smooth val="0"/>
        <c:axId val="700001"/>
        <c:axId val="700002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5000"/>
          <c:min val="0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catAx>
        <c:axId val="700001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2"/>
      </c:catAx>
      <c:valAx>
        <c:axId val="700002"/>
        <c:scaling>
          <c:orientation val="minMax"/>
          <c:max val="0.4"/>
          <c:min val="0"/>
        </c:scaling>
        <c:delete val="0"/>
        <c:axPos val="r"/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1"/>
        <c:crossBetween val="between"/>
        <c:crosses val="max"/>
        <c:majorUnit val="0.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Company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725</c:v>
                </c:pt>
                <c:pt idx="1">
                  <c:v>737</c:v>
                </c:pt>
                <c:pt idx="2">
                  <c:v>749</c:v>
                </c:pt>
                <c:pt idx="3">
                  <c:v>761</c:v>
                </c:pt>
              </c:numCache>
            </c:numRef>
          </c:val>
          <c:smooth val="0"/>
        </c:ser>
        <c:ser>
          <c:idx val="1"/>
          <c:order val="1"/>
          <c:tx>
            <c:v>Market average</c:v>
          </c:tx>
          <c:spPr>
            <a:solidFill xmlns:a="http://schemas.openxmlformats.org/drawingml/2006/main">
              <a:srgbClr val="A85D24"/>
            </a:solidFill>
            <a:ln xmlns:a="http://schemas.openxmlformats.org/drawingml/2006/main" w="28575">
              <a:solidFill>
                <a:srgbClr val="A85D24"/>
              </a:solidFill>
              <a:prstDash val="dash"/>
            </a:ln>
          </c:spPr>
          <c:marker>
            <c:symbol val="none"/>
          </c:marke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690</c:v>
                </c:pt>
                <c:pt idx="1">
                  <c:v>687</c:v>
                </c:pt>
                <c:pt idx="2">
                  <c:v>684</c:v>
                </c:pt>
                <c:pt idx="3">
                  <c:v>681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9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Market units</c:v>
          </c:tx>
          <c:spPr>
            <a:solidFill xmlns:a="http://schemas.openxmlformats.org/drawingml/2006/main">
              <a:srgbClr val="B8C6CE"/>
            </a:solidFill>
          </c:spP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1210</c:v>
                </c:pt>
                <c:pt idx="1">
                  <c:v>1340</c:v>
                </c:pt>
                <c:pt idx="2">
                  <c:v>1470</c:v>
                </c:pt>
                <c:pt idx="3">
                  <c:v>1600</c:v>
                </c:pt>
              </c:numCache>
            </c:numRef>
          </c:val>
        </c:ser>
        <c:ser>
          <c:idx val="1"/>
          <c:order val="1"/>
          <c:tx>
            <c:v>Company units</c:v>
          </c:tx>
          <c:spPr>
            <a:solidFill xmlns:a="http://schemas.openxmlformats.org/drawingml/2006/main">
              <a:srgbClr val="315CC5"/>
            </a:solidFill>
          </c:spP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#,##0</c:formatCode>
                <c:ptCount val="4"/>
                <c:pt idx="0">
                  <c:v>254</c:v>
                </c:pt>
                <c:pt idx="1">
                  <c:v>299</c:v>
                </c:pt>
                <c:pt idx="2">
                  <c:v>347</c:v>
                </c:pt>
                <c:pt idx="3">
                  <c:v>398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lineChart>
        <c:grouping val="standard"/>
        <c:ser>
          <c:idx val="2"/>
          <c:order val="2"/>
          <c:tx>
            <c:v>Share %</c:v>
          </c:tx>
          <c:spPr>
            <a:solidFill xmlns:a="http://schemas.openxmlformats.org/drawingml/2006/main">
              <a:srgbClr val="182331"/>
            </a:solidFill>
            <a:ln xmlns:a="http://schemas.openxmlformats.org/drawingml/2006/main" w="23813">
              <a:solidFill>
                <a:srgbClr val="182331"/>
              </a:solidFill>
            </a:ln>
          </c:spPr>
          <c:marker>
            <c:symbol val="circle"/>
            <c:size val="5"/>
          </c:marker>
          <c:cat>
            <c:strRef>
              <c:f>'Chart Data'!$E$2:$E$5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Data'!$F$2:$F$5</c:f>
              <c:numCache>
                <c:formatCode>#,##0</c:formatCode>
                <c:ptCount val="4"/>
                <c:pt idx="0">
                  <c:v>0.20991736</c:v>
                </c:pt>
                <c:pt idx="1">
                  <c:v>0.22313433</c:v>
                </c:pt>
                <c:pt idx="2">
                  <c:v>0.23605442</c:v>
                </c:pt>
                <c:pt idx="3">
                  <c:v>0.24875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  <c:numFmt formatCode="0.0%" sourceLinked="0"/>
        </c:dLbls>
        <c:smooth val="0"/>
        <c:axId val="700001"/>
        <c:axId val="700002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4000"/>
          <c:min val="0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catAx>
        <c:axId val="700001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2"/>
      </c:catAx>
      <c:valAx>
        <c:axId val="700002"/>
        <c:scaling>
          <c:orientation val="minMax"/>
          <c:max val="0.4"/>
          <c:min val="0"/>
        </c:scaling>
        <c:delete val="0"/>
        <c:axPos val="r"/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1"/>
        <c:crossBetween val="between"/>
        <c:crosses val="max"/>
        <c:majorUnit val="0.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0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Company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460</c:v>
                </c:pt>
                <c:pt idx="1">
                  <c:v>468</c:v>
                </c:pt>
                <c:pt idx="2">
                  <c:v>476</c:v>
                </c:pt>
                <c:pt idx="3">
                  <c:v>484</c:v>
                </c:pt>
              </c:numCache>
            </c:numRef>
          </c:val>
          <c:smooth val="0"/>
        </c:ser>
        <c:ser>
          <c:idx val="1"/>
          <c:order val="1"/>
          <c:tx>
            <c:v>Market average</c:v>
          </c:tx>
          <c:spPr>
            <a:solidFill xmlns:a="http://schemas.openxmlformats.org/drawingml/2006/main">
              <a:srgbClr val="A85D24"/>
            </a:solidFill>
            <a:ln xmlns:a="http://schemas.openxmlformats.org/drawingml/2006/main" w="28575">
              <a:solidFill>
                <a:srgbClr val="A85D24"/>
              </a:solidFill>
              <a:prstDash val="dash"/>
            </a:ln>
          </c:spPr>
          <c:marker>
            <c:symbol val="none"/>
          </c:marke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425</c:v>
                </c:pt>
                <c:pt idx="1">
                  <c:v>420</c:v>
                </c:pt>
                <c:pt idx="2">
                  <c:v>415</c:v>
                </c:pt>
                <c:pt idx="3">
                  <c:v>410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Market units</c:v>
          </c:tx>
          <c:spPr>
            <a:solidFill xmlns:a="http://schemas.openxmlformats.org/drawingml/2006/main">
              <a:srgbClr val="B8C6CE"/>
            </a:solidFill>
          </c:spP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1390</c:v>
                </c:pt>
                <c:pt idx="1">
                  <c:v>1520</c:v>
                </c:pt>
                <c:pt idx="2">
                  <c:v>1650</c:v>
                </c:pt>
                <c:pt idx="3">
                  <c:v>1780</c:v>
                </c:pt>
              </c:numCache>
            </c:numRef>
          </c:val>
        </c:ser>
        <c:ser>
          <c:idx val="1"/>
          <c:order val="1"/>
          <c:tx>
            <c:v>Company units</c:v>
          </c:tx>
          <c:spPr>
            <a:solidFill xmlns:a="http://schemas.openxmlformats.org/drawingml/2006/main">
              <a:srgbClr val="315CC5"/>
            </a:solidFill>
          </c:spP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#,##0</c:formatCode>
                <c:ptCount val="4"/>
                <c:pt idx="0">
                  <c:v>327</c:v>
                </c:pt>
                <c:pt idx="1">
                  <c:v>377</c:v>
                </c:pt>
                <c:pt idx="2">
                  <c:v>431</c:v>
                </c:pt>
                <c:pt idx="3">
                  <c:v>488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lineChart>
        <c:grouping val="standard"/>
        <c:ser>
          <c:idx val="2"/>
          <c:order val="2"/>
          <c:tx>
            <c:v>Share %</c:v>
          </c:tx>
          <c:spPr>
            <a:solidFill xmlns:a="http://schemas.openxmlformats.org/drawingml/2006/main">
              <a:srgbClr val="182331"/>
            </a:solidFill>
            <a:ln xmlns:a="http://schemas.openxmlformats.org/drawingml/2006/main" w="23813">
              <a:solidFill>
                <a:srgbClr val="182331"/>
              </a:solidFill>
            </a:ln>
          </c:spPr>
          <c:marker>
            <c:symbol val="circle"/>
            <c:size val="5"/>
          </c:marker>
          <c:cat>
            <c:strRef>
              <c:f>'Chart Data'!$E$2:$E$5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Data'!$F$2:$F$5</c:f>
              <c:numCache>
                <c:formatCode>#,##0</c:formatCode>
                <c:ptCount val="4"/>
                <c:pt idx="0">
                  <c:v>0.2352518</c:v>
                </c:pt>
                <c:pt idx="1">
                  <c:v>0.24802632</c:v>
                </c:pt>
                <c:pt idx="2">
                  <c:v>0.26121212</c:v>
                </c:pt>
                <c:pt idx="3">
                  <c:v>0.2741573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  <c:numFmt formatCode="0.0%" sourceLinked="0"/>
        </c:dLbls>
        <c:smooth val="0"/>
        <c:axId val="700001"/>
        <c:axId val="700002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5000"/>
          <c:min val="0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catAx>
        <c:axId val="700001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2"/>
      </c:catAx>
      <c:valAx>
        <c:axId val="700002"/>
        <c:scaling>
          <c:orientation val="minMax"/>
          <c:max val="0.4"/>
          <c:min val="0"/>
        </c:scaling>
        <c:delete val="0"/>
        <c:axPos val="r"/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1"/>
        <c:crossBetween val="between"/>
        <c:crosses val="max"/>
        <c:majorUnit val="0.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Company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545</c:v>
                </c:pt>
                <c:pt idx="1">
                  <c:v>553</c:v>
                </c:pt>
                <c:pt idx="2">
                  <c:v>561</c:v>
                </c:pt>
                <c:pt idx="3">
                  <c:v>569</c:v>
                </c:pt>
              </c:numCache>
            </c:numRef>
          </c:val>
          <c:smooth val="0"/>
        </c:ser>
        <c:ser>
          <c:idx val="1"/>
          <c:order val="1"/>
          <c:tx>
            <c:v>Market average</c:v>
          </c:tx>
          <c:spPr>
            <a:solidFill xmlns:a="http://schemas.openxmlformats.org/drawingml/2006/main">
              <a:srgbClr val="A85D24"/>
            </a:solidFill>
            <a:ln xmlns:a="http://schemas.openxmlformats.org/drawingml/2006/main" w="28575">
              <a:solidFill>
                <a:srgbClr val="A85D24"/>
              </a:solidFill>
              <a:prstDash val="dash"/>
            </a:ln>
          </c:spPr>
          <c:marker>
            <c:symbol val="none"/>
          </c:marke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510</c:v>
                </c:pt>
                <c:pt idx="1">
                  <c:v>505</c:v>
                </c:pt>
                <c:pt idx="2">
                  <c:v>500</c:v>
                </c:pt>
                <c:pt idx="3">
                  <c:v>495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Market units</c:v>
          </c:tx>
          <c:spPr>
            <a:solidFill xmlns:a="http://schemas.openxmlformats.org/drawingml/2006/main">
              <a:srgbClr val="B8C6CE"/>
            </a:solidFill>
          </c:spP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1560</c:v>
                </c:pt>
                <c:pt idx="1">
                  <c:v>1690</c:v>
                </c:pt>
                <c:pt idx="2">
                  <c:v>1820</c:v>
                </c:pt>
                <c:pt idx="3">
                  <c:v>1950</c:v>
                </c:pt>
              </c:numCache>
            </c:numRef>
          </c:val>
        </c:ser>
        <c:ser>
          <c:idx val="1"/>
          <c:order val="1"/>
          <c:tx>
            <c:v>Company units</c:v>
          </c:tx>
          <c:spPr>
            <a:solidFill xmlns:a="http://schemas.openxmlformats.org/drawingml/2006/main">
              <a:srgbClr val="16786C"/>
            </a:solidFill>
          </c:spP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#,##0</c:formatCode>
                <c:ptCount val="4"/>
                <c:pt idx="0">
                  <c:v>328</c:v>
                </c:pt>
                <c:pt idx="1">
                  <c:v>377</c:v>
                </c:pt>
                <c:pt idx="2">
                  <c:v>430</c:v>
                </c:pt>
                <c:pt idx="3">
                  <c:v>486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lineChart>
        <c:grouping val="standard"/>
        <c:ser>
          <c:idx val="2"/>
          <c:order val="2"/>
          <c:tx>
            <c:v>Share %</c:v>
          </c:tx>
          <c:spPr>
            <a:solidFill xmlns:a="http://schemas.openxmlformats.org/drawingml/2006/main">
              <a:srgbClr val="182331"/>
            </a:solidFill>
            <a:ln xmlns:a="http://schemas.openxmlformats.org/drawingml/2006/main" w="23813">
              <a:solidFill>
                <a:srgbClr val="182331"/>
              </a:solidFill>
            </a:ln>
          </c:spPr>
          <c:marker>
            <c:symbol val="circle"/>
            <c:size val="5"/>
          </c:marker>
          <c:cat>
            <c:strRef>
              <c:f>'Chart Data'!$E$2:$E$5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Data'!$F$2:$F$5</c:f>
              <c:numCache>
                <c:formatCode>#,##0</c:formatCode>
                <c:ptCount val="4"/>
                <c:pt idx="0">
                  <c:v>0.21025641</c:v>
                </c:pt>
                <c:pt idx="1">
                  <c:v>0.22307692</c:v>
                </c:pt>
                <c:pt idx="2">
                  <c:v>0.23626374</c:v>
                </c:pt>
                <c:pt idx="3">
                  <c:v>0.24923077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  <c:numFmt formatCode="0.0%" sourceLinked="0"/>
        </c:dLbls>
        <c:smooth val="0"/>
        <c:axId val="700001"/>
        <c:axId val="700002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5000"/>
          <c:min val="0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catAx>
        <c:axId val="700001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2"/>
      </c:catAx>
      <c:valAx>
        <c:axId val="700002"/>
        <c:scaling>
          <c:orientation val="minMax"/>
          <c:max val="0.4"/>
          <c:min val="0"/>
        </c:scaling>
        <c:delete val="0"/>
        <c:axPos val="r"/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1"/>
        <c:crossBetween val="between"/>
        <c:crosses val="max"/>
        <c:majorUnit val="0.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4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Company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620</c:v>
                </c:pt>
                <c:pt idx="1">
                  <c:v>628</c:v>
                </c:pt>
                <c:pt idx="2">
                  <c:v>636</c:v>
                </c:pt>
                <c:pt idx="3">
                  <c:v>644</c:v>
                </c:pt>
              </c:numCache>
            </c:numRef>
          </c:val>
          <c:smooth val="0"/>
        </c:ser>
        <c:ser>
          <c:idx val="1"/>
          <c:order val="1"/>
          <c:tx>
            <c:v>Market average</c:v>
          </c:tx>
          <c:spPr>
            <a:solidFill xmlns:a="http://schemas.openxmlformats.org/drawingml/2006/main">
              <a:srgbClr val="A85D24"/>
            </a:solidFill>
            <a:ln xmlns:a="http://schemas.openxmlformats.org/drawingml/2006/main" w="28575">
              <a:solidFill>
                <a:srgbClr val="A85D24"/>
              </a:solidFill>
              <a:prstDash val="dash"/>
            </a:ln>
          </c:spPr>
          <c:marker>
            <c:symbol val="none"/>
          </c:marke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585</c:v>
                </c:pt>
                <c:pt idx="1">
                  <c:v>580</c:v>
                </c:pt>
                <c:pt idx="2">
                  <c:v>575</c:v>
                </c:pt>
                <c:pt idx="3">
                  <c:v>570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Market units</c:v>
          </c:tx>
          <c:spPr>
            <a:solidFill xmlns:a="http://schemas.openxmlformats.org/drawingml/2006/main">
              <a:srgbClr val="B8C6CE"/>
            </a:solidFill>
          </c:spP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1740</c:v>
                </c:pt>
                <c:pt idx="1">
                  <c:v>1870</c:v>
                </c:pt>
                <c:pt idx="2">
                  <c:v>2000</c:v>
                </c:pt>
                <c:pt idx="3">
                  <c:v>2130</c:v>
                </c:pt>
              </c:numCache>
            </c:numRef>
          </c:val>
        </c:ser>
        <c:ser>
          <c:idx val="1"/>
          <c:order val="1"/>
          <c:tx>
            <c:v>Company units</c:v>
          </c:tx>
          <c:spPr>
            <a:solidFill xmlns:a="http://schemas.openxmlformats.org/drawingml/2006/main">
              <a:srgbClr val="16786C"/>
            </a:solidFill>
          </c:spP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#,##0</c:formatCode>
                <c:ptCount val="4"/>
                <c:pt idx="0">
                  <c:v>409</c:v>
                </c:pt>
                <c:pt idx="1">
                  <c:v>464</c:v>
                </c:pt>
                <c:pt idx="2">
                  <c:v>522</c:v>
                </c:pt>
                <c:pt idx="3">
                  <c:v>584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lineChart>
        <c:grouping val="standard"/>
        <c:ser>
          <c:idx val="2"/>
          <c:order val="2"/>
          <c:tx>
            <c:v>Share %</c:v>
          </c:tx>
          <c:spPr>
            <a:solidFill xmlns:a="http://schemas.openxmlformats.org/drawingml/2006/main">
              <a:srgbClr val="182331"/>
            </a:solidFill>
            <a:ln xmlns:a="http://schemas.openxmlformats.org/drawingml/2006/main" w="23813">
              <a:solidFill>
                <a:srgbClr val="182331"/>
              </a:solidFill>
            </a:ln>
          </c:spPr>
          <c:marker>
            <c:symbol val="circle"/>
            <c:size val="5"/>
          </c:marker>
          <c:cat>
            <c:strRef>
              <c:f>'Chart Data'!$E$2:$E$5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Data'!$F$2:$F$5</c:f>
              <c:numCache>
                <c:formatCode>#,##0</c:formatCode>
                <c:ptCount val="4"/>
                <c:pt idx="0">
                  <c:v>0.23505747</c:v>
                </c:pt>
                <c:pt idx="1">
                  <c:v>0.24812834</c:v>
                </c:pt>
                <c:pt idx="2">
                  <c:v>0.261</c:v>
                </c:pt>
                <c:pt idx="3">
                  <c:v>0.2741784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  <c:numFmt formatCode="0.0%" sourceLinked="0"/>
        </c:dLbls>
        <c:smooth val="0"/>
        <c:axId val="700001"/>
        <c:axId val="700002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6000"/>
          <c:min val="0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catAx>
        <c:axId val="700001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2"/>
      </c:catAx>
      <c:valAx>
        <c:axId val="700002"/>
        <c:scaling>
          <c:orientation val="minMax"/>
          <c:max val="0.4"/>
          <c:min val="0"/>
        </c:scaling>
        <c:delete val="0"/>
        <c:axPos val="r"/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1"/>
        <c:crossBetween val="between"/>
        <c:crosses val="max"/>
        <c:majorUnit val="0.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6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Company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705</c:v>
                </c:pt>
                <c:pt idx="1">
                  <c:v>713</c:v>
                </c:pt>
                <c:pt idx="2">
                  <c:v>721</c:v>
                </c:pt>
                <c:pt idx="3">
                  <c:v>729</c:v>
                </c:pt>
              </c:numCache>
            </c:numRef>
          </c:val>
          <c:smooth val="0"/>
        </c:ser>
        <c:ser>
          <c:idx val="1"/>
          <c:order val="1"/>
          <c:tx>
            <c:v>Market average</c:v>
          </c:tx>
          <c:spPr>
            <a:solidFill xmlns:a="http://schemas.openxmlformats.org/drawingml/2006/main">
              <a:srgbClr val="A85D24"/>
            </a:solidFill>
            <a:ln xmlns:a="http://schemas.openxmlformats.org/drawingml/2006/main" w="28575">
              <a:solidFill>
                <a:srgbClr val="A85D24"/>
              </a:solidFill>
              <a:prstDash val="dash"/>
            </a:ln>
          </c:spPr>
          <c:marker>
            <c:symbol val="none"/>
          </c:marke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670</c:v>
                </c:pt>
                <c:pt idx="1">
                  <c:v>665</c:v>
                </c:pt>
                <c:pt idx="2">
                  <c:v>660</c:v>
                </c:pt>
                <c:pt idx="3">
                  <c:v>655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7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Market units</c:v>
          </c:tx>
          <c:spPr>
            <a:solidFill xmlns:a="http://schemas.openxmlformats.org/drawingml/2006/main">
              <a:srgbClr val="B8C6CE"/>
            </a:solidFill>
          </c:spP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1420</c:v>
                </c:pt>
                <c:pt idx="1">
                  <c:v>1550</c:v>
                </c:pt>
                <c:pt idx="2">
                  <c:v>1680</c:v>
                </c:pt>
                <c:pt idx="3">
                  <c:v>1810</c:v>
                </c:pt>
              </c:numCache>
            </c:numRef>
          </c:val>
        </c:ser>
        <c:ser>
          <c:idx val="1"/>
          <c:order val="1"/>
          <c:tx>
            <c:v>Company units</c:v>
          </c:tx>
          <c:spPr>
            <a:solidFill xmlns:a="http://schemas.openxmlformats.org/drawingml/2006/main">
              <a:srgbClr val="315CC5"/>
            </a:solidFill>
          </c:spP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#,##0</c:formatCode>
                <c:ptCount val="4"/>
                <c:pt idx="0">
                  <c:v>341</c:v>
                </c:pt>
                <c:pt idx="1">
                  <c:v>392</c:v>
                </c:pt>
                <c:pt idx="2">
                  <c:v>447</c:v>
                </c:pt>
                <c:pt idx="3">
                  <c:v>505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lineChart>
        <c:grouping val="standard"/>
        <c:ser>
          <c:idx val="2"/>
          <c:order val="2"/>
          <c:tx>
            <c:v>Share %</c:v>
          </c:tx>
          <c:spPr>
            <a:solidFill xmlns:a="http://schemas.openxmlformats.org/drawingml/2006/main">
              <a:srgbClr val="182331"/>
            </a:solidFill>
            <a:ln xmlns:a="http://schemas.openxmlformats.org/drawingml/2006/main" w="23813">
              <a:solidFill>
                <a:srgbClr val="182331"/>
              </a:solidFill>
            </a:ln>
          </c:spPr>
          <c:marker>
            <c:symbol val="circle"/>
            <c:size val="5"/>
          </c:marker>
          <c:cat>
            <c:strRef>
              <c:f>'Chart Data'!$E$2:$E$5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Data'!$F$2:$F$5</c:f>
              <c:numCache>
                <c:formatCode>#,##0</c:formatCode>
                <c:ptCount val="4"/>
                <c:pt idx="0">
                  <c:v>0.24014085</c:v>
                </c:pt>
                <c:pt idx="1">
                  <c:v>0.25290323</c:v>
                </c:pt>
                <c:pt idx="2">
                  <c:v>0.26607143</c:v>
                </c:pt>
                <c:pt idx="3">
                  <c:v>0.27900552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  <c:numFmt formatCode="0.0%" sourceLinked="0"/>
        </c:dLbls>
        <c:smooth val="0"/>
        <c:axId val="700001"/>
        <c:axId val="700002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5000"/>
          <c:min val="0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catAx>
        <c:axId val="700001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2"/>
      </c:catAx>
      <c:valAx>
        <c:axId val="700002"/>
        <c:scaling>
          <c:orientation val="minMax"/>
          <c:max val="0.4"/>
          <c:min val="0"/>
        </c:scaling>
        <c:delete val="0"/>
        <c:axPos val="r"/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1"/>
        <c:crossBetween val="between"/>
        <c:crosses val="max"/>
        <c:majorUnit val="0.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8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Company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440</c:v>
                </c:pt>
                <c:pt idx="1">
                  <c:v>444</c:v>
                </c:pt>
                <c:pt idx="2">
                  <c:v>448</c:v>
                </c:pt>
                <c:pt idx="3">
                  <c:v>452</c:v>
                </c:pt>
              </c:numCache>
            </c:numRef>
          </c:val>
          <c:smooth val="0"/>
        </c:ser>
        <c:ser>
          <c:idx val="1"/>
          <c:order val="1"/>
          <c:tx>
            <c:v>Market average</c:v>
          </c:tx>
          <c:spPr>
            <a:solidFill xmlns:a="http://schemas.openxmlformats.org/drawingml/2006/main">
              <a:srgbClr val="A85D24"/>
            </a:solidFill>
            <a:ln xmlns:a="http://schemas.openxmlformats.org/drawingml/2006/main" w="28575">
              <a:solidFill>
                <a:srgbClr val="A85D24"/>
              </a:solidFill>
              <a:prstDash val="dash"/>
            </a:ln>
          </c:spPr>
          <c:marker>
            <c:symbol val="none"/>
          </c:marke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405</c:v>
                </c:pt>
                <c:pt idx="1">
                  <c:v>398</c:v>
                </c:pt>
                <c:pt idx="2">
                  <c:v>391</c:v>
                </c:pt>
                <c:pt idx="3">
                  <c:v>384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9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Market units</c:v>
          </c:tx>
          <c:spPr>
            <a:solidFill xmlns:a="http://schemas.openxmlformats.org/drawingml/2006/main">
              <a:srgbClr val="B8C6CE"/>
            </a:solidFill>
          </c:spP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1600</c:v>
                </c:pt>
                <c:pt idx="1">
                  <c:v>1730</c:v>
                </c:pt>
                <c:pt idx="2">
                  <c:v>1860</c:v>
                </c:pt>
                <c:pt idx="3">
                  <c:v>1990</c:v>
                </c:pt>
              </c:numCache>
            </c:numRef>
          </c:val>
        </c:ser>
        <c:ser>
          <c:idx val="1"/>
          <c:order val="1"/>
          <c:tx>
            <c:v>Company units</c:v>
          </c:tx>
          <c:spPr>
            <a:solidFill xmlns:a="http://schemas.openxmlformats.org/drawingml/2006/main">
              <a:srgbClr val="315CC5"/>
            </a:solidFill>
          </c:spP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#,##0</c:formatCode>
                <c:ptCount val="4"/>
                <c:pt idx="0">
                  <c:v>424</c:v>
                </c:pt>
                <c:pt idx="1">
                  <c:v>481</c:v>
                </c:pt>
                <c:pt idx="2">
                  <c:v>541</c:v>
                </c:pt>
                <c:pt idx="3">
                  <c:v>605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lineChart>
        <c:grouping val="standard"/>
        <c:ser>
          <c:idx val="2"/>
          <c:order val="2"/>
          <c:tx>
            <c:v>Share %</c:v>
          </c:tx>
          <c:spPr>
            <a:solidFill xmlns:a="http://schemas.openxmlformats.org/drawingml/2006/main">
              <a:srgbClr val="182331"/>
            </a:solidFill>
            <a:ln xmlns:a="http://schemas.openxmlformats.org/drawingml/2006/main" w="23813">
              <a:solidFill>
                <a:srgbClr val="182331"/>
              </a:solidFill>
            </a:ln>
          </c:spPr>
          <c:marker>
            <c:symbol val="circle"/>
            <c:size val="5"/>
          </c:marker>
          <c:cat>
            <c:strRef>
              <c:f>'Chart Data'!$E$2:$E$5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Data'!$F$2:$F$5</c:f>
              <c:numCache>
                <c:formatCode>#,##0</c:formatCode>
                <c:ptCount val="4"/>
                <c:pt idx="0">
                  <c:v>0.265</c:v>
                </c:pt>
                <c:pt idx="1">
                  <c:v>0.27803468</c:v>
                </c:pt>
                <c:pt idx="2">
                  <c:v>0.29086022</c:v>
                </c:pt>
                <c:pt idx="3">
                  <c:v>0.3040201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  <c:numFmt formatCode="0.0%" sourceLinked="0"/>
        </c:dLbls>
        <c:smooth val="0"/>
        <c:axId val="700001"/>
        <c:axId val="700002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5000"/>
          <c:min val="0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catAx>
        <c:axId val="700001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2"/>
      </c:catAx>
      <c:valAx>
        <c:axId val="700002"/>
        <c:scaling>
          <c:orientation val="minMax"/>
          <c:max val="0.4"/>
          <c:min val="0"/>
        </c:scaling>
        <c:delete val="0"/>
        <c:axPos val="r"/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1"/>
        <c:crossBetween val="between"/>
        <c:crosses val="max"/>
        <c:majorUnit val="0.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0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Company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525</c:v>
                </c:pt>
                <c:pt idx="1">
                  <c:v>529</c:v>
                </c:pt>
                <c:pt idx="2">
                  <c:v>533</c:v>
                </c:pt>
                <c:pt idx="3">
                  <c:v>537</c:v>
                </c:pt>
              </c:numCache>
            </c:numRef>
          </c:val>
          <c:smooth val="0"/>
        </c:ser>
        <c:ser>
          <c:idx val="1"/>
          <c:order val="1"/>
          <c:tx>
            <c:v>Market average</c:v>
          </c:tx>
          <c:spPr>
            <a:solidFill xmlns:a="http://schemas.openxmlformats.org/drawingml/2006/main">
              <a:srgbClr val="A85D24"/>
            </a:solidFill>
            <a:ln xmlns:a="http://schemas.openxmlformats.org/drawingml/2006/main" w="28575">
              <a:solidFill>
                <a:srgbClr val="A85D24"/>
              </a:solidFill>
              <a:prstDash val="dash"/>
            </a:ln>
          </c:spPr>
          <c:marker>
            <c:symbol val="none"/>
          </c:marke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490</c:v>
                </c:pt>
                <c:pt idx="1">
                  <c:v>483</c:v>
                </c:pt>
                <c:pt idx="2">
                  <c:v>476</c:v>
                </c:pt>
                <c:pt idx="3">
                  <c:v>469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Market units</c:v>
          </c:tx>
          <c:spPr>
            <a:solidFill xmlns:a="http://schemas.openxmlformats.org/drawingml/2006/main">
              <a:srgbClr val="B8C6CE"/>
            </a:solidFill>
          </c:spP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1770</c:v>
                </c:pt>
                <c:pt idx="1">
                  <c:v>1900</c:v>
                </c:pt>
                <c:pt idx="2">
                  <c:v>2030</c:v>
                </c:pt>
                <c:pt idx="3">
                  <c:v>2160</c:v>
                </c:pt>
              </c:numCache>
            </c:numRef>
          </c:val>
        </c:ser>
        <c:ser>
          <c:idx val="1"/>
          <c:order val="1"/>
          <c:tx>
            <c:v>Company units</c:v>
          </c:tx>
          <c:spPr>
            <a:solidFill xmlns:a="http://schemas.openxmlformats.org/drawingml/2006/main">
              <a:srgbClr val="16786C"/>
            </a:solidFill>
          </c:spP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#,##0</c:formatCode>
                <c:ptCount val="4"/>
                <c:pt idx="0">
                  <c:v>425</c:v>
                </c:pt>
                <c:pt idx="1">
                  <c:v>481</c:v>
                </c:pt>
                <c:pt idx="2">
                  <c:v>540</c:v>
                </c:pt>
                <c:pt idx="3">
                  <c:v>603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lineChart>
        <c:grouping val="standard"/>
        <c:ser>
          <c:idx val="2"/>
          <c:order val="2"/>
          <c:tx>
            <c:v>Share %</c:v>
          </c:tx>
          <c:spPr>
            <a:solidFill xmlns:a="http://schemas.openxmlformats.org/drawingml/2006/main">
              <a:srgbClr val="182331"/>
            </a:solidFill>
            <a:ln xmlns:a="http://schemas.openxmlformats.org/drawingml/2006/main" w="23813">
              <a:solidFill>
                <a:srgbClr val="182331"/>
              </a:solidFill>
            </a:ln>
          </c:spPr>
          <c:marker>
            <c:symbol val="circle"/>
            <c:size val="5"/>
          </c:marker>
          <c:cat>
            <c:strRef>
              <c:f>'Chart Data'!$E$2:$E$5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Data'!$F$2:$F$5</c:f>
              <c:numCache>
                <c:formatCode>#,##0</c:formatCode>
                <c:ptCount val="4"/>
                <c:pt idx="0">
                  <c:v>0.24011299</c:v>
                </c:pt>
                <c:pt idx="1">
                  <c:v>0.25315789</c:v>
                </c:pt>
                <c:pt idx="2">
                  <c:v>0.26600985</c:v>
                </c:pt>
                <c:pt idx="3">
                  <c:v>0.27916667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  <c:numFmt formatCode="0.0%" sourceLinked="0"/>
        </c:dLbls>
        <c:smooth val="0"/>
        <c:axId val="700001"/>
        <c:axId val="700002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6000"/>
          <c:min val="0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catAx>
        <c:axId val="700001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2"/>
      </c:catAx>
      <c:valAx>
        <c:axId val="700002"/>
        <c:scaling>
          <c:orientation val="minMax"/>
          <c:max val="0.4"/>
          <c:min val="0"/>
        </c:scaling>
        <c:delete val="0"/>
        <c:axPos val="r"/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1"/>
        <c:crossBetween val="between"/>
        <c:crosses val="max"/>
        <c:majorUnit val="0.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Company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600</c:v>
                </c:pt>
                <c:pt idx="1">
                  <c:v>604</c:v>
                </c:pt>
                <c:pt idx="2">
                  <c:v>608</c:v>
                </c:pt>
                <c:pt idx="3">
                  <c:v>612</c:v>
                </c:pt>
              </c:numCache>
            </c:numRef>
          </c:val>
          <c:smooth val="0"/>
        </c:ser>
        <c:ser>
          <c:idx val="1"/>
          <c:order val="1"/>
          <c:tx>
            <c:v>Market average</c:v>
          </c:tx>
          <c:spPr>
            <a:solidFill xmlns:a="http://schemas.openxmlformats.org/drawingml/2006/main">
              <a:srgbClr val="A85D24"/>
            </a:solidFill>
            <a:ln xmlns:a="http://schemas.openxmlformats.org/drawingml/2006/main" w="28575">
              <a:solidFill>
                <a:srgbClr val="A85D24"/>
              </a:solidFill>
              <a:prstDash val="dash"/>
            </a:ln>
          </c:spPr>
          <c:marker>
            <c:symbol val="none"/>
          </c:marke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565</c:v>
                </c:pt>
                <c:pt idx="1">
                  <c:v>558</c:v>
                </c:pt>
                <c:pt idx="2">
                  <c:v>551</c:v>
                </c:pt>
                <c:pt idx="3">
                  <c:v>544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Market units</c:v>
          </c:tx>
          <c:spPr>
            <a:solidFill xmlns:a="http://schemas.openxmlformats.org/drawingml/2006/main">
              <a:srgbClr val="B8C6CE"/>
            </a:solidFill>
          </c:spP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1950</c:v>
                </c:pt>
                <c:pt idx="1">
                  <c:v>2080</c:v>
                </c:pt>
                <c:pt idx="2">
                  <c:v>2210</c:v>
                </c:pt>
                <c:pt idx="3">
                  <c:v>2340</c:v>
                </c:pt>
              </c:numCache>
            </c:numRef>
          </c:val>
        </c:ser>
        <c:ser>
          <c:idx val="1"/>
          <c:order val="1"/>
          <c:tx>
            <c:v>Company units</c:v>
          </c:tx>
          <c:spPr>
            <a:solidFill xmlns:a="http://schemas.openxmlformats.org/drawingml/2006/main">
              <a:srgbClr val="16786C"/>
            </a:solidFill>
          </c:spP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#,##0</c:formatCode>
                <c:ptCount val="4"/>
                <c:pt idx="0">
                  <c:v>517</c:v>
                </c:pt>
                <c:pt idx="1">
                  <c:v>578</c:v>
                </c:pt>
                <c:pt idx="2">
                  <c:v>643</c:v>
                </c:pt>
                <c:pt idx="3">
                  <c:v>711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lineChart>
        <c:grouping val="standard"/>
        <c:ser>
          <c:idx val="2"/>
          <c:order val="2"/>
          <c:tx>
            <c:v>Share %</c:v>
          </c:tx>
          <c:spPr>
            <a:solidFill xmlns:a="http://schemas.openxmlformats.org/drawingml/2006/main">
              <a:srgbClr val="182331"/>
            </a:solidFill>
            <a:ln xmlns:a="http://schemas.openxmlformats.org/drawingml/2006/main" w="23813">
              <a:solidFill>
                <a:srgbClr val="182331"/>
              </a:solidFill>
            </a:ln>
          </c:spPr>
          <c:marker>
            <c:symbol val="circle"/>
            <c:size val="5"/>
          </c:marker>
          <c:cat>
            <c:strRef>
              <c:f>'Chart Data'!$E$2:$E$5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Data'!$F$2:$F$5</c:f>
              <c:numCache>
                <c:formatCode>#,##0</c:formatCode>
                <c:ptCount val="4"/>
                <c:pt idx="0">
                  <c:v>0.26512821</c:v>
                </c:pt>
                <c:pt idx="1">
                  <c:v>0.27788462</c:v>
                </c:pt>
                <c:pt idx="2">
                  <c:v>0.29095023</c:v>
                </c:pt>
                <c:pt idx="3">
                  <c:v>0.30384615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58617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  <c:numFmt formatCode="0.0%" sourceLinked="0"/>
        </c:dLbls>
        <c:smooth val="0"/>
        <c:axId val="700001"/>
        <c:axId val="700002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6000"/>
          <c:min val="0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catAx>
        <c:axId val="700001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2"/>
      </c:catAx>
      <c:valAx>
        <c:axId val="700002"/>
        <c:scaling>
          <c:orientation val="minMax"/>
          <c:max val="0.4"/>
          <c:min val="0"/>
        </c:scaling>
        <c:delete val="0"/>
        <c:axPos val="r"/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700001"/>
        <c:crossBetween val="between"/>
        <c:crosses val="max"/>
        <c:majorUnit val="0.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4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Company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685</c:v>
                </c:pt>
                <c:pt idx="1">
                  <c:v>689</c:v>
                </c:pt>
                <c:pt idx="2">
                  <c:v>693</c:v>
                </c:pt>
                <c:pt idx="3">
                  <c:v>697</c:v>
                </c:pt>
              </c:numCache>
            </c:numRef>
          </c:val>
          <c:smooth val="0"/>
        </c:ser>
        <c:ser>
          <c:idx val="1"/>
          <c:order val="1"/>
          <c:tx>
            <c:v>Market average</c:v>
          </c:tx>
          <c:spPr>
            <a:solidFill xmlns:a="http://schemas.openxmlformats.org/drawingml/2006/main">
              <a:srgbClr val="A85D24"/>
            </a:solidFill>
            <a:ln xmlns:a="http://schemas.openxmlformats.org/drawingml/2006/main" w="28575">
              <a:solidFill>
                <a:srgbClr val="A85D24"/>
              </a:solidFill>
              <a:prstDash val="dash"/>
            </a:ln>
          </c:spPr>
          <c:marker>
            <c:symbol val="none"/>
          </c:marker>
          <c:cat>
            <c:strRef>
              <c:f>'Chart Data'!$C$2:$C$5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650</c:v>
                </c:pt>
                <c:pt idx="1">
                  <c:v>643</c:v>
                </c:pt>
                <c:pt idx="2">
                  <c:v>636</c:v>
                </c:pt>
                <c:pt idx="3">
                  <c:v>629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AFD626-253B-4FCD-B956-59A87E3E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7A6136-671D-4B4B-8DCB-70DEBA74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Northland · Rhythm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697078-CDBC-4F20-83F0-55D13C79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Pacing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7351F6-67E6-4664-A137-C531C54E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42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volumes &amp;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1AD4E-0128-4C09-BE0C-F1067924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429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146f8cfef34c79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9e4deb8cd442c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4C89A6-6D00-4C33-82BA-9B3BF28D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095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Bars: units (left axis). Line: company / market units, % (right axis).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6D34D5-3AB5-46BD-9410-50D5C2F2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ASP = revenue / units for company and total market (including company).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C30B97-6237-441F-A67F-8E078B61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5C5131-38D8-42AB-B209-4D73A4A02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52734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9DE595-B444-4E35-8A34-3F34E4F5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70C759-F244-4F98-91DB-9A07D0BC7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Northland · Rhythm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F26883-74E7-4CFC-BFEB-DA9290C9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Monitoring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D4B1F2-D9BA-4699-BBBD-F0FC4768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42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volumes &amp;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618B66-2DC0-47D0-9B16-DB244150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429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9cf2176ca4416d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cdecb1c4094e7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45B269-A8BD-45DB-AD9A-FDCA49AC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095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Bars: units (left axis). Line: company / market units, % (right axis).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C51115-58BE-4E3E-9D17-06720BC7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ASP = revenue / units for company and total market (including company).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65276B-1E91-49FD-8CC0-0CEF0B5E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A78007-9BB7-4E50-A186-5458EE63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526560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DF8228-0C78-495B-9B11-3931EB87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1B4D77-76C8-457B-B528-6D5700A0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Northland · Vascular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90C3B3-CCBE-480A-AA1F-2423F5D5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Coronary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0CB4B-797B-4141-BB61-DF05F9B3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42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volumes &amp;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47751-E8AD-4280-B73B-15F09AE5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429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b2d0fd39b08443b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bb06a442fd4ce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E0F23-3C67-4496-8D6F-55241DA96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095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Bars: units (left axis). Line: company / market units, % (right axis).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207538-FCCC-4373-BA2E-9F9528B1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ASP = revenue / units for company and total market (including company).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51248C-E0B3-46CF-A703-F414E237A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A5CAC0-FF47-4049-8D1B-AE719388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68005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DAD1C8-4388-489E-B9B9-30905C67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408A3-181C-482F-8EA6-5E2C9124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Northland · Vascular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C684A-59E4-4AAB-ADDF-F84F5538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Peripheral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816D9C-33B0-4854-898D-59B1B3C7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42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volumes &amp;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241DB-022E-4BB2-9C5B-F60C83217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429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9f798052f64ea2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5264659ab3403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2ADAD3-223E-43D7-940B-7A5DF3E7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095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Bars: units (left axis). Line: company / market units, % (right axis).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C8AEC-51F2-460D-B397-5FCBB240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ASP = revenue / units for company and total market (including company).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33B742-2C07-4D4C-89FF-5F08BDF6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CF072B-C4AF-417D-91EE-897F05BA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720444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D53537-127F-4673-A051-FB4F1F61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38AD45-DFA5-41C4-937D-6EBBF95D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Westhaven · Rhythm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FCB745-6C08-411F-96F4-07953838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Pacing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6CF30-BF5A-429E-A066-3E066F38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42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volumes &amp;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49490-9EE2-4A9D-BC18-5BB0C462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429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57da217b754e12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e82143ed41c4c0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4BB7A6-20E7-4043-9A62-1E852C28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095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Bars: units (left axis). Line: company / market units, % (right axis).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24A8DF-00D2-4FA4-9D10-27FC5C62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ASP = revenue / units for company and total market (including company).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7E67F5-0052-40E0-B2C1-C6CBAF7D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292FD8-0E7F-4817-B391-E4A9449A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064617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81EC4-B301-46B2-BF0D-CD173D67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544556-E403-4AC1-8443-A726B1845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Westhaven · Rhythm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A1156A-E109-46A5-ABF7-20FAAF44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Monitoring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602379-B3F6-4F5E-87F7-C935C09B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42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volumes &amp;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D600DF-928A-46BB-9B9D-2E50A12D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429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6ff1676c8d4bf2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abd5fcaa3d410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31D1E5-DEAB-40D7-9BA8-5A65E849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095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Bars: units (left axis). Line: company / market units, % (right axis).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DBF830-2774-42DE-B208-3BC23BAA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ASP = revenue / units for company and total market (including company).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E6F241-92C1-44C0-8D74-A3BB3FA9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30F4AD-6A50-4E68-98AA-0B311F27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410990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5ED7B-BB87-4ECF-8BA7-6A19E0E6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BEF916-BE4A-4BFF-A00A-9746F0DC3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Westhaven · Vascular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25727B-16B7-4F12-A5E6-4FAE7F76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Coronary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851BE4-C80B-4375-A532-C56EEDCE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42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volumes &amp;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D581E-9FE9-4612-90B0-8C1B1BC6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429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58e096ea3548ea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ef4b4460b44e5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7AF907-25CB-4B7E-9F10-E93E7F77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095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Bars: units (left axis). Line: company / market units, % (right axis).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D48D41-3FAD-4D8B-AA5D-2592FBAB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ASP = revenue / units for company and total market (including company).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A021C6-830B-4ABF-9E7B-4296B47E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585810-7217-491D-982F-777E0F9F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807588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BBC50A-BC61-4E2C-981B-AF8F1906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96F33-BAA1-490D-B19C-1AE40303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Westhaven · Vascular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BE822B-C8CB-48EF-BE88-63B489A7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Peripheral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149755-EFFD-49D8-A937-D1E31185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42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volumes &amp;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3EE84F-59A6-4B2B-A0C7-1EED2DB9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429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830b7d07664913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3cfaf2581e44a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412D98-4D29-4578-B7B1-F606AB58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095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Bars: units (left axis). Line: company / market units, % (right axis).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97AFC0-53D1-4A97-9BEF-41D673C8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ASP = revenue / units for company and total market (including company).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5FE832-F776-4848-9642-40F1BB7E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569E2-82C6-4A41-BFE9-9871C9DC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454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134316-FB7B-4BD0-A764-8FAEA19B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B92F2-880C-487E-A2AD-6ADE10E9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Southland · Rhythm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2B74E-11C8-430A-A5D3-7F55CAFA2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Pacing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517AF-F665-41D6-BDEE-254FDFAC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42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volumes &amp;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EE1EA5-C317-4784-A675-B95EBE44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429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3075bd26cd4e03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6214360cb3425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8A0B76-64B4-4F2E-97E7-4A82C16B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095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Bars: units (left axis). Line: company / market units, % (right axis).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447050-54D1-46F6-82E7-8D936112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ASP = revenue / units for company and total market (including company).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A3D15F-0700-47D6-82EB-D4FD6D6E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70FA01-CDC5-46B8-BB58-6B4F7C2A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388134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1E5B43-3D08-4731-8CB1-75185B53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799DA-9520-4E0B-B6D5-BC486940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Southland · Rhythm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DF2EA2-EBEE-425A-8604-77E5DF6D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Monitoring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9737C-C1D2-4351-93FC-BE61C639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42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volumes &amp;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5363C6-F342-425D-841F-516C189A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429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c3efc7496584a82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01725638724a3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21D408-B16E-485F-B7D3-77046D44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095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Bars: units (left axis). Line: company / market units, % (right axis).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DBA92-E973-4239-A346-49F81D1D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ASP = revenue / units for company and total market (including company).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CA2885-F70C-4093-95D8-A09AC282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FE864A-7650-4D21-8BA1-63E3C3B4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828412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2DEBA0-DB38-4882-9FC7-B306C499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18EF05-A8E4-43BF-84D2-8382F74C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Southland · Vascular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42FDA8-03C6-4830-AF53-986A61D2B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Coronary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0EF600-B0AA-4701-B953-E8AFE2E4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42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volumes &amp;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0387E7-1DE9-4D11-B73E-4B3F0B08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429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c3156e65cf4f4d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e4cf8522ab495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E045A5-7DBE-4EEF-AE52-38E273FC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095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Bars: units (left axis). Line: company / market units, % (right axis).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3977E9-4269-480D-8A87-86349574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ASP = revenue / units for company and total market (including company).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D0B8DE-48FE-4D73-8C20-665FE259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71CF11-12E5-4E35-A2B0-BBD3A9B1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454186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84CD05-9303-4454-80CB-C84021F9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C8B02-2816-40DD-AC6E-E46DBC0E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Southland · Vascular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651F6-D8E7-4449-8AA2-E38E76C5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Peripheral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6728A3-D7A6-46B6-8376-00F6EB84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42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volumes &amp;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4D8D3C-DC47-40DE-8DC7-D4FA7CF1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429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37b0796c534585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66b9200226481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6706CB-7B76-4409-858B-BC3C05BD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095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Bars: units (left axis). Line: company / market units, % (right axis).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6022F-2568-49AE-9C9E-6011E743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ASP = revenue / units for company and total market (including company).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6A5E80-17F4-4201-B3BC-5A336EC4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5631B6-97F7-48B8-A5F6-FE84E0B8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97353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2026-09-09T15:25:08.4210000Z</dcterms:created>
  <dcterms:modified xsi:type="dcterms:W3CDTF">2026-09-09T15:25:08.4210000Z</dcterms:modified>
</coreProperties>
</file>