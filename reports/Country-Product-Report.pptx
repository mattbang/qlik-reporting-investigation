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6859085e3c4dd0" /><Relationship Type="http://schemas.openxmlformats.org/officeDocument/2006/relationships/extended-properties" Target="/docProps/app.xml" Id="R7cd06f1baa6e439f" /><Relationship Type="http://schemas.openxmlformats.org/officeDocument/2006/relationships/officeDocument" Target="/ppt/presentation.xml" Id="Rc29b33b4cef246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0872658e6048d9"/>
  </p:sldMasterIdLst>
  <p:notesMasterIdLst>
    <p:notesMasterId xmlns:r="http://schemas.openxmlformats.org/officeDocument/2006/relationships" r:id="Re491665ac5664513"/>
  </p:notesMasterIdLst>
  <p:sldIdLst>
    <p:sldId xmlns:r="http://schemas.openxmlformats.org/officeDocument/2006/relationships" id="256" r:id="R4f2443da49a94e66"/>
    <p:sldId xmlns:r="http://schemas.openxmlformats.org/officeDocument/2006/relationships" id="257" r:id="Re2b866f968774130"/>
    <p:sldId xmlns:r="http://schemas.openxmlformats.org/officeDocument/2006/relationships" id="258" r:id="R8d2ceeb4667241a3"/>
    <p:sldId xmlns:r="http://schemas.openxmlformats.org/officeDocument/2006/relationships" id="259" r:id="R6de048d6e0194cfd"/>
    <p:sldId xmlns:r="http://schemas.openxmlformats.org/officeDocument/2006/relationships" id="260" r:id="R66ff009401cb45ec"/>
    <p:sldId xmlns:r="http://schemas.openxmlformats.org/officeDocument/2006/relationships" id="261" r:id="R5ced246b69264475"/>
    <p:sldId xmlns:r="http://schemas.openxmlformats.org/officeDocument/2006/relationships" id="262" r:id="Rbffdb682333a4b95"/>
    <p:sldId xmlns:r="http://schemas.openxmlformats.org/officeDocument/2006/relationships" id="263" r:id="R48a1c6bee7134eb9"/>
    <p:sldId xmlns:r="http://schemas.openxmlformats.org/officeDocument/2006/relationships" id="264" r:id="Rbfc1200931d34df7"/>
    <p:sldId xmlns:r="http://schemas.openxmlformats.org/officeDocument/2006/relationships" id="265" r:id="R670013f8a7084680"/>
    <p:sldId xmlns:r="http://schemas.openxmlformats.org/officeDocument/2006/relationships" id="266" r:id="R914a3f29b7dc465b"/>
    <p:sldId xmlns:r="http://schemas.openxmlformats.org/officeDocument/2006/relationships" id="267" r:id="R0346709240794e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b44982a91c4970" /><Relationship Type="http://schemas.openxmlformats.org/officeDocument/2006/relationships/slideMaster" Target="/ppt/slideMasters/slideMaster1.xml" Id="R670872658e6048d9" /><Relationship Type="http://schemas.openxmlformats.org/officeDocument/2006/relationships/notesMaster" Target="/ppt/notesMasters/notesMaster1.xml" Id="Re491665ac5664513" /><Relationship Type="http://schemas.openxmlformats.org/officeDocument/2006/relationships/presProps" Target="/ppt/presProps.xml" Id="Raa056618b1eb4dbd" /><Relationship Type="http://schemas.openxmlformats.org/officeDocument/2006/relationships/tableStyles" Target="/ppt/tableStyles.xml" Id="R1ecc3a778a224efd" /><Relationship Type="http://schemas.openxmlformats.org/officeDocument/2006/relationships/slide" Target="/ppt/slides/slide1.xml" Id="R4f2443da49a94e66" /><Relationship Type="http://schemas.openxmlformats.org/officeDocument/2006/relationships/slide" Target="/ppt/slides/slide2.xml" Id="Re2b866f968774130" /><Relationship Type="http://schemas.openxmlformats.org/officeDocument/2006/relationships/slide" Target="/ppt/slides/slide3.xml" Id="R8d2ceeb4667241a3" /><Relationship Type="http://schemas.openxmlformats.org/officeDocument/2006/relationships/slide" Target="/ppt/slides/slide4.xml" Id="R6de048d6e0194cfd" /><Relationship Type="http://schemas.openxmlformats.org/officeDocument/2006/relationships/slide" Target="/ppt/slides/slide5.xml" Id="R66ff009401cb45ec" /><Relationship Type="http://schemas.openxmlformats.org/officeDocument/2006/relationships/slide" Target="/ppt/slides/slide6.xml" Id="R5ced246b69264475" /><Relationship Type="http://schemas.openxmlformats.org/officeDocument/2006/relationships/slide" Target="/ppt/slides/slide7.xml" Id="Rbffdb682333a4b95" /><Relationship Type="http://schemas.openxmlformats.org/officeDocument/2006/relationships/slide" Target="/ppt/slides/slide8.xml" Id="R48a1c6bee7134eb9" /><Relationship Type="http://schemas.openxmlformats.org/officeDocument/2006/relationships/slide" Target="/ppt/slides/slide9.xml" Id="Rbfc1200931d34df7" /><Relationship Type="http://schemas.openxmlformats.org/officeDocument/2006/relationships/slide" Target="/ppt/slides/slide10.xml" Id="R670013f8a7084680" /><Relationship Type="http://schemas.openxmlformats.org/officeDocument/2006/relationships/slide" Target="/ppt/slides/slide11.xml" Id="R914a3f29b7dc465b" /><Relationship Type="http://schemas.openxmlformats.org/officeDocument/2006/relationships/slide" Target="/ppt/slides/slide12.xml" Id="R0346709240794e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206108054440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a9836138fa4d78" /><Relationship Type="http://schemas.openxmlformats.org/officeDocument/2006/relationships/notesMaster" Target="/ppt/notesMasters/notesMaster1.xml" Id="R740fabb9b6f543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29a5fb7cae4fdd" /><Relationship Type="http://schemas.openxmlformats.org/officeDocument/2006/relationships/notesMaster" Target="/ppt/notesMasters/notesMaster1.xml" Id="Rab5a496855474a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2eb50f150e49c6" /><Relationship Type="http://schemas.openxmlformats.org/officeDocument/2006/relationships/notesMaster" Target="/ppt/notesMasters/notesMaster1.xml" Id="Rd938f36a095942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7853a9064e4bca" /><Relationship Type="http://schemas.openxmlformats.org/officeDocument/2006/relationships/notesMaster" Target="/ppt/notesMasters/notesMaster1.xml" Id="Rc9dd8db0e9aa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5664e04a084af7" /><Relationship Type="http://schemas.openxmlformats.org/officeDocument/2006/relationships/notesMaster" Target="/ppt/notesMasters/notesMaster1.xml" Id="Rd99ab2803d7f4f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ebdde354c14ce9" /><Relationship Type="http://schemas.openxmlformats.org/officeDocument/2006/relationships/notesMaster" Target="/ppt/notesMasters/notesMaster1.xml" Id="Rf95b64fbc22843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dbfdf199e1493b" /><Relationship Type="http://schemas.openxmlformats.org/officeDocument/2006/relationships/notesMaster" Target="/ppt/notesMasters/notesMaster1.xml" Id="R5707e5b6654b4b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c09c75919444eb" /><Relationship Type="http://schemas.openxmlformats.org/officeDocument/2006/relationships/notesMaster" Target="/ppt/notesMasters/notesMaster1.xml" Id="Rca483d8e64724c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f349c6a1884d87" /><Relationship Type="http://schemas.openxmlformats.org/officeDocument/2006/relationships/notesMaster" Target="/ppt/notesMasters/notesMaster1.xml" Id="Rd328e842cb9249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f0f0797a9aa4036" /><Relationship Type="http://schemas.openxmlformats.org/officeDocument/2006/relationships/notesMaster" Target="/ppt/notesMasters/notesMaster1.xml" Id="R70806519b1f740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f98d74c68244c9" /><Relationship Type="http://schemas.openxmlformats.org/officeDocument/2006/relationships/notesMaster" Target="/ppt/notesMasters/notesMaster1.xml" Id="R362850e4e6e440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59a5104db145bf" /><Relationship Type="http://schemas.openxmlformats.org/officeDocument/2006/relationships/notesMaster" Target="/ppt/notesMasters/notesMaster1.xml" Id="R0c1401d78b7d43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data/synthetic-market.csv and reports/manifest.json. All figures and scopes are fictional, newly prepared for this portfolio. Not historical employer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121c638c0246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7e819be8a744c3" /><Relationship Type="http://schemas.openxmlformats.org/officeDocument/2006/relationships/slideLayout" Target="/ppt/slideLayouts/slideLayout1.xml" Id="R3cabe9c6977746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abe9c6977746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be94aa03b496f" /><Relationship Type="http://schemas.openxmlformats.org/officeDocument/2006/relationships/chart" Target="/ppt/slides/charts/chart1.xml" Id="Reb1d00bc5b944125" /><Relationship Type="http://schemas.openxmlformats.org/officeDocument/2006/relationships/chart" Target="/ppt/slides/charts/chart2.xml" Id="R381f9c0173844172" /><Relationship Type="http://schemas.openxmlformats.org/officeDocument/2006/relationships/notesSlide" Target="/ppt/notesSlides/notesSlide1.xml" Id="R3f127e53514948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a3eaaa2e443f1" /><Relationship Type="http://schemas.openxmlformats.org/officeDocument/2006/relationships/chart" Target="/ppt/slides/charts/chart3.xml" Id="Rdb684414c96b4e33" /><Relationship Type="http://schemas.openxmlformats.org/officeDocument/2006/relationships/chart" Target="/ppt/slides/charts/chart4.xml" Id="R884773320fbb4de8" /><Relationship Type="http://schemas.openxmlformats.org/officeDocument/2006/relationships/notesSlide" Target="/ppt/notesSlides/notesSlide2.xml" Id="R93d855f8307044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06726922845e9" /><Relationship Type="http://schemas.openxmlformats.org/officeDocument/2006/relationships/chart" Target="/ppt/slides/charts/chart5.xml" Id="R417e401f441a4167" /><Relationship Type="http://schemas.openxmlformats.org/officeDocument/2006/relationships/chart" Target="/ppt/slides/charts/chart6.xml" Id="R40bd469b16ee46c4" /><Relationship Type="http://schemas.openxmlformats.org/officeDocument/2006/relationships/notesSlide" Target="/ppt/notesSlides/notesSlide3.xml" Id="R91e9fb30672f4b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66a61bc314843" /><Relationship Type="http://schemas.openxmlformats.org/officeDocument/2006/relationships/chart" Target="/ppt/slides/charts/chart7.xml" Id="Ra9744fc3368c42a0" /><Relationship Type="http://schemas.openxmlformats.org/officeDocument/2006/relationships/chart" Target="/ppt/slides/charts/chart8.xml" Id="Rff10e4b55a904959" /><Relationship Type="http://schemas.openxmlformats.org/officeDocument/2006/relationships/notesSlide" Target="/ppt/notesSlides/notesSlide4.xml" Id="R0c86faab70ae45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cab3753ff4f29" /><Relationship Type="http://schemas.openxmlformats.org/officeDocument/2006/relationships/chart" Target="/ppt/slides/charts/chart9.xml" Id="R05de0d09ca8948e7" /><Relationship Type="http://schemas.openxmlformats.org/officeDocument/2006/relationships/chart" Target="/ppt/slides/charts/chart10.xml" Id="R85a8505561174b43" /><Relationship Type="http://schemas.openxmlformats.org/officeDocument/2006/relationships/notesSlide" Target="/ppt/notesSlides/notesSlide5.xml" Id="R7ce6b671cde44e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3bd98f52f40b0" /><Relationship Type="http://schemas.openxmlformats.org/officeDocument/2006/relationships/chart" Target="/ppt/slides/charts/chart11.xml" Id="R77a1d97b97054e42" /><Relationship Type="http://schemas.openxmlformats.org/officeDocument/2006/relationships/chart" Target="/ppt/slides/charts/chart12.xml" Id="R2cbb83c8b42a424c" /><Relationship Type="http://schemas.openxmlformats.org/officeDocument/2006/relationships/notesSlide" Target="/ppt/notesSlides/notesSlide6.xml" Id="R053846a8cba745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9b163fbf14bd8" /><Relationship Type="http://schemas.openxmlformats.org/officeDocument/2006/relationships/chart" Target="/ppt/slides/charts/chart13.xml" Id="Re056d4926c474d96" /><Relationship Type="http://schemas.openxmlformats.org/officeDocument/2006/relationships/chart" Target="/ppt/slides/charts/chart14.xml" Id="R7697ab83b0eb4f5f" /><Relationship Type="http://schemas.openxmlformats.org/officeDocument/2006/relationships/notesSlide" Target="/ppt/notesSlides/notesSlide7.xml" Id="Ra865e7c72b5f4f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7becba4a94dfb" /><Relationship Type="http://schemas.openxmlformats.org/officeDocument/2006/relationships/chart" Target="/ppt/slides/charts/chart15.xml" Id="Rc7bf8f45a7ee45a4" /><Relationship Type="http://schemas.openxmlformats.org/officeDocument/2006/relationships/chart" Target="/ppt/slides/charts/chart16.xml" Id="Rd9845429abf14016" /><Relationship Type="http://schemas.openxmlformats.org/officeDocument/2006/relationships/notesSlide" Target="/ppt/notesSlides/notesSlide8.xml" Id="R0cee9ac6e3054c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a36f683224632" /><Relationship Type="http://schemas.openxmlformats.org/officeDocument/2006/relationships/chart" Target="/ppt/slides/charts/chart17.xml" Id="Re53ca895074d4300" /><Relationship Type="http://schemas.openxmlformats.org/officeDocument/2006/relationships/chart" Target="/ppt/slides/charts/chart18.xml" Id="Ra9438ebb02e74f20" /><Relationship Type="http://schemas.openxmlformats.org/officeDocument/2006/relationships/notesSlide" Target="/ppt/notesSlides/notesSlide9.xml" Id="R045615479ed44f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f0500ac5b7411e" /><Relationship Type="http://schemas.openxmlformats.org/officeDocument/2006/relationships/chart" Target="/ppt/slides/charts/chart19.xml" Id="Reeb56b9022304e92" /><Relationship Type="http://schemas.openxmlformats.org/officeDocument/2006/relationships/chart" Target="/ppt/slides/charts/chart20.xml" Id="Re3a42e84a4364925" /><Relationship Type="http://schemas.openxmlformats.org/officeDocument/2006/relationships/notesSlide" Target="/ppt/notesSlides/notesSlide10.xml" Id="R13507bec4a1a48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43422511d4ab0" /><Relationship Type="http://schemas.openxmlformats.org/officeDocument/2006/relationships/chart" Target="/ppt/slides/charts/chart21.xml" Id="R4c0d9af4579d4fc9" /><Relationship Type="http://schemas.openxmlformats.org/officeDocument/2006/relationships/chart" Target="/ppt/slides/charts/chart22.xml" Id="R9ce664ef8e7a4ca0" /><Relationship Type="http://schemas.openxmlformats.org/officeDocument/2006/relationships/notesSlide" Target="/ppt/notesSlides/notesSlide11.xml" Id="R619617d4b38d44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44735cb794cba" /><Relationship Type="http://schemas.openxmlformats.org/officeDocument/2006/relationships/chart" Target="/ppt/slides/charts/chart23.xml" Id="R7f3ff29ae5174d3a" /><Relationship Type="http://schemas.openxmlformats.org/officeDocument/2006/relationships/chart" Target="/ppt/slides/charts/chart24.xml" Id="R23402bd34788446a" /><Relationship Type="http://schemas.openxmlformats.org/officeDocument/2006/relationships/notesSlide" Target="/ppt/notesSlides/notesSlide12.xml" Id="R7e0e6ce882e242a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_rels/chart12.xml.rels><Relationships xmlns="http://schemas.openxmlformats.org/package/2006/relationships"><Relationship Id="rIdChartSnapshot1" Type="http://schemas.openxmlformats.org/officeDocument/2006/relationships/package" Target="../../embeddings/chart-data-snapshot-012.xlsx"/></Relationships>
</file>

<file path=ppt/slides/charts/_rels/chart13.xml.rels><Relationships xmlns="http://schemas.openxmlformats.org/package/2006/relationships"><Relationship Id="rIdChartSnapshot1" Type="http://schemas.openxmlformats.org/officeDocument/2006/relationships/package" Target="../../embeddings/chart-data-snapshot-013.xlsx"/></Relationships>
</file>

<file path=ppt/slides/charts/_rels/chart14.xml.rels><Relationships xmlns="http://schemas.openxmlformats.org/package/2006/relationships"><Relationship Id="rIdChartSnapshot1" Type="http://schemas.openxmlformats.org/officeDocument/2006/relationships/package" Target="../../embeddings/chart-data-snapshot-014.xlsx"/></Relationships>
</file>

<file path=ppt/slides/charts/_rels/chart15.xml.rels><Relationships xmlns="http://schemas.openxmlformats.org/package/2006/relationships"><Relationship Id="rIdChartSnapshot1" Type="http://schemas.openxmlformats.org/officeDocument/2006/relationships/package" Target="../../embeddings/chart-data-snapshot-015.xlsx"/></Relationships>
</file>

<file path=ppt/slides/charts/_rels/chart16.xml.rels><Relationships xmlns="http://schemas.openxmlformats.org/package/2006/relationships"><Relationship Id="rIdChartSnapshot1" Type="http://schemas.openxmlformats.org/officeDocument/2006/relationships/package" Target="../../embeddings/chart-data-snapshot-016.xlsx"/></Relationships>
</file>

<file path=ppt/slides/charts/_rels/chart17.xml.rels><Relationships xmlns="http://schemas.openxmlformats.org/package/2006/relationships"><Relationship Id="rIdChartSnapshot1" Type="http://schemas.openxmlformats.org/officeDocument/2006/relationships/package" Target="../../embeddings/chart-data-snapshot-017.xlsx"/></Relationships>
</file>

<file path=ppt/slides/charts/_rels/chart18.xml.rels><Relationships xmlns="http://schemas.openxmlformats.org/package/2006/relationships"><Relationship Id="rIdChartSnapshot1" Type="http://schemas.openxmlformats.org/officeDocument/2006/relationships/package" Target="../../embeddings/chart-data-snapshot-018.xlsx"/></Relationships>
</file>

<file path=ppt/slides/charts/_rels/chart19.xml.rels><Relationships xmlns="http://schemas.openxmlformats.org/package/2006/relationships"><Relationship Id="rIdChartSnapshot1" Type="http://schemas.openxmlformats.org/officeDocument/2006/relationships/package" Target="../../embeddings/chart-data-snapshot-019.xlsx"/></Relationships>
</file>

<file path=ppt/slides/charts/_rels/chart20.xml.rels><Relationships xmlns="http://schemas.openxmlformats.org/package/2006/relationships"><Relationship Id="rIdChartSnapshot1" Type="http://schemas.openxmlformats.org/officeDocument/2006/relationships/package" Target="../../embeddings/chart-data-snapshot-020.xlsx"/></Relationships>
</file>

<file path=ppt/slides/charts/_rels/chart21.xml.rels><Relationships xmlns="http://schemas.openxmlformats.org/package/2006/relationships"><Relationship Id="rIdChartSnapshot1" Type="http://schemas.openxmlformats.org/officeDocument/2006/relationships/package" Target="../../embeddings/chart-data-snapshot-021.xlsx"/></Relationships>
</file>

<file path=ppt/slides/charts/_rels/chart22.xml.rels><Relationships xmlns="http://schemas.openxmlformats.org/package/2006/relationships"><Relationship Id="rIdChartSnapshot1" Type="http://schemas.openxmlformats.org/officeDocument/2006/relationships/package" Target="../../embeddings/chart-data-snapshot-022.xlsx"/></Relationships>
</file>

<file path=ppt/slides/charts/_rels/chart23.xml.rels><Relationships xmlns="http://schemas.openxmlformats.org/package/2006/relationships"><Relationship Id="rIdChartSnapshot1" Type="http://schemas.openxmlformats.org/officeDocument/2006/relationships/package" Target="../../embeddings/chart-data-snapshot-023.xlsx"/></Relationships>
</file>

<file path=ppt/slides/charts/_rels/chart24.xml.rels><Relationships xmlns="http://schemas.openxmlformats.org/package/2006/relationships"><Relationship Id="rIdChartSnapshot1" Type="http://schemas.openxmlformats.org/officeDocument/2006/relationships/package" Target="../../embeddings/chart-data-snapshot-02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0.18</c:v>
                </c:pt>
                <c:pt idx="1">
                  <c:v>0.19292035</c:v>
                </c:pt>
                <c:pt idx="2">
                  <c:v>0.20634921</c:v>
                </c:pt>
                <c:pt idx="3">
                  <c:v>0.21870504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480</c:v>
                </c:pt>
                <c:pt idx="1">
                  <c:v>492</c:v>
                </c:pt>
                <c:pt idx="2">
                  <c:v>504</c:v>
                </c:pt>
                <c:pt idx="3">
                  <c:v>516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0.20508475</c:v>
                </c:pt>
                <c:pt idx="1">
                  <c:v>0.21832061</c:v>
                </c:pt>
                <c:pt idx="2">
                  <c:v>0.23125</c:v>
                </c:pt>
                <c:pt idx="3">
                  <c:v>0.24394904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565</c:v>
                </c:pt>
                <c:pt idx="1">
                  <c:v>577</c:v>
                </c:pt>
                <c:pt idx="2">
                  <c:v>589</c:v>
                </c:pt>
                <c:pt idx="3">
                  <c:v>601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0.18</c:v>
                </c:pt>
                <c:pt idx="1">
                  <c:v>0.19324324</c:v>
                </c:pt>
                <c:pt idx="2">
                  <c:v>0.20621118</c:v>
                </c:pt>
                <c:pt idx="3">
                  <c:v>0.21896552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640</c:v>
                </c:pt>
                <c:pt idx="1">
                  <c:v>652</c:v>
                </c:pt>
                <c:pt idx="2">
                  <c:v>664</c:v>
                </c:pt>
                <c:pt idx="3">
                  <c:v>676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0.20522876</c:v>
                </c:pt>
                <c:pt idx="1">
                  <c:v>0.21807229</c:v>
                </c:pt>
                <c:pt idx="2">
                  <c:v>0.23072626</c:v>
                </c:pt>
                <c:pt idx="3">
                  <c:v>0.24375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725</c:v>
                </c:pt>
                <c:pt idx="1">
                  <c:v>737</c:v>
                </c:pt>
                <c:pt idx="2">
                  <c:v>749</c:v>
                </c:pt>
                <c:pt idx="3">
                  <c:v>761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0.20991736</c:v>
                </c:pt>
                <c:pt idx="1">
                  <c:v>0.22313433</c:v>
                </c:pt>
                <c:pt idx="2">
                  <c:v>0.23605442</c:v>
                </c:pt>
                <c:pt idx="3">
                  <c:v>0.24875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460</c:v>
                </c:pt>
                <c:pt idx="1">
                  <c:v>468</c:v>
                </c:pt>
                <c:pt idx="2">
                  <c:v>476</c:v>
                </c:pt>
                <c:pt idx="3">
                  <c:v>484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0.2352518</c:v>
                </c:pt>
                <c:pt idx="1">
                  <c:v>0.24802632</c:v>
                </c:pt>
                <c:pt idx="2">
                  <c:v>0.26121212</c:v>
                </c:pt>
                <c:pt idx="3">
                  <c:v>0.2741573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545</c:v>
                </c:pt>
                <c:pt idx="1">
                  <c:v>553</c:v>
                </c:pt>
                <c:pt idx="2">
                  <c:v>561</c:v>
                </c:pt>
                <c:pt idx="3">
                  <c:v>569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0.21025641</c:v>
                </c:pt>
                <c:pt idx="1">
                  <c:v>0.22307692</c:v>
                </c:pt>
                <c:pt idx="2">
                  <c:v>0.23626374</c:v>
                </c:pt>
                <c:pt idx="3">
                  <c:v>0.24923077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620</c:v>
                </c:pt>
                <c:pt idx="1">
                  <c:v>628</c:v>
                </c:pt>
                <c:pt idx="2">
                  <c:v>636</c:v>
                </c:pt>
                <c:pt idx="3">
                  <c:v>644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5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0.23505747</c:v>
                </c:pt>
                <c:pt idx="1">
                  <c:v>0.24812834</c:v>
                </c:pt>
                <c:pt idx="2">
                  <c:v>0.261</c:v>
                </c:pt>
                <c:pt idx="3">
                  <c:v>0.2741784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705</c:v>
                </c:pt>
                <c:pt idx="1">
                  <c:v>713</c:v>
                </c:pt>
                <c:pt idx="2">
                  <c:v>721</c:v>
                </c:pt>
                <c:pt idx="3">
                  <c:v>729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0.24014085</c:v>
                </c:pt>
                <c:pt idx="1">
                  <c:v>0.25290323</c:v>
                </c:pt>
                <c:pt idx="2">
                  <c:v>0.26607143</c:v>
                </c:pt>
                <c:pt idx="3">
                  <c:v>0.27900552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8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440</c:v>
                </c:pt>
                <c:pt idx="1">
                  <c:v>444</c:v>
                </c:pt>
                <c:pt idx="2">
                  <c:v>448</c:v>
                </c:pt>
                <c:pt idx="3">
                  <c:v>452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19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0.265</c:v>
                </c:pt>
                <c:pt idx="1">
                  <c:v>0.27803468</c:v>
                </c:pt>
                <c:pt idx="2">
                  <c:v>0.29086022</c:v>
                </c:pt>
                <c:pt idx="3">
                  <c:v>0.3040201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0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315CC5"/>
            </a:solidFill>
            <a:ln xmlns:a="http://schemas.openxmlformats.org/drawingml/2006/main" w="28575">
              <a:solidFill>
                <a:srgbClr val="315CC5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525</c:v>
                </c:pt>
                <c:pt idx="1">
                  <c:v>529</c:v>
                </c:pt>
                <c:pt idx="2">
                  <c:v>533</c:v>
                </c:pt>
                <c:pt idx="3">
                  <c:v>537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0.24011299</c:v>
                </c:pt>
                <c:pt idx="1">
                  <c:v>0.25315789</c:v>
                </c:pt>
                <c:pt idx="2">
                  <c:v>0.26600985</c:v>
                </c:pt>
                <c:pt idx="3">
                  <c:v>0.27916667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600</c:v>
                </c:pt>
                <c:pt idx="1">
                  <c:v>604</c:v>
                </c:pt>
                <c:pt idx="2">
                  <c:v>608</c:v>
                </c:pt>
                <c:pt idx="3">
                  <c:v>612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Market share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0.26512821</c:v>
                </c:pt>
                <c:pt idx="1">
                  <c:v>0.27788462</c:v>
                </c:pt>
                <c:pt idx="2">
                  <c:v>0.29095023</c:v>
                </c:pt>
                <c:pt idx="3">
                  <c:v>0.30384615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ASP</c:v>
          </c:tx>
          <c:spPr>
            <a:solidFill xmlns:a="http://schemas.openxmlformats.org/drawingml/2006/main">
              <a:srgbClr val="16786C"/>
            </a:solidFill>
            <a:ln xmlns:a="http://schemas.openxmlformats.org/drawingml/2006/main" w="28575">
              <a:solidFill>
                <a:srgbClr val="16786C"/>
              </a:solidFill>
            </a:ln>
          </c:spPr>
          <c:marker>
            <c:symbol val="none"/>
          </c:marker>
          <c:cat>
            <c:strRef>
              <c:f>'Chart Data'!$A$2:$A$5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685</c:v>
                </c:pt>
                <c:pt idx="1">
                  <c:v>689</c:v>
                </c:pt>
                <c:pt idx="2">
                  <c:v>693</c:v>
                </c:pt>
                <c:pt idx="3">
                  <c:v>697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4EB7A-B686-4F50-9F3F-E5E50B6F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46160-9BE6-4667-9F11-9505679A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863B6-B5A1-4C12-8FE4-FCDA74C6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77879-B2A9-444E-BFC0-2F95227F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A8E78-2D71-4ABA-BD51-88497A05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1d00bc5b944125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1f9c017384417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7A72F-8CBC-4442-AC54-BA9E810D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DE02C-12B6-42EB-93FC-FB632667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8AFC8-7654-4313-9D43-1A4DCD5F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33951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F0C38-A8FC-4625-BC2C-A380D5FA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31061-8AEF-4C73-B25D-8DF5CF99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77B0A-8DCA-450F-AE16-486E7AC0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10255-04A9-449B-BC10-58A81C7E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CBB9D-6903-4C71-9F8A-43DB977C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684414c96b4e33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4773320fbb4de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4FE193-B8CC-4FDE-BFBB-E06B1B92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28637E-C133-49C4-A1E0-E1A06BC2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5DD64-B886-43FF-A798-F8F364EC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370241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5E8C3-E46F-4369-A7D6-D28EC53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75C5B-B8C2-4A7D-BA80-76B09515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3D4C0-9C2C-498F-8519-1F588A31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94DD0-7BED-4B15-8116-46F8E5FF0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6DA57-1435-4B23-92F0-97091B03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7e401f441a4167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bd469b16ee46c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20357-0C55-4BD9-9FBA-7A5BD8E9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B4A54-0C1B-466C-813B-2E3DB9EA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9A13E-5BAA-4CB0-ACF0-57B4A13E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0073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89174B-22E9-4567-8756-DF87ADA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6DC59-7C19-4058-AC85-8B7F3D9E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Northland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1FB38-3524-4E1F-86D1-AC5CDE2E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2698A-B5B5-4173-8260-47999576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4A63C-AE57-4E39-93C5-F9D5D5C8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744fc3368c42a0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10e4b55a90495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6A587-3E84-4B62-B3C2-779B5574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2F25C-93A4-470B-8F8B-E85FEA77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5AD35-6BD6-4C58-92DF-E4797767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873582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31773-075B-4A8C-B898-A61F1958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A438C-5EF2-456A-BD14-86ADE0E4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FD404-273F-45F4-90C5-7E56E0A5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B933D-9E88-4C05-B2A7-512C9281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63B08-04CF-46D8-8505-E7039C28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de0d09ca8948e7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a8505561174b4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2FF1D-7A07-4364-8DD7-15A2CFFE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674835-E8A1-48FE-98EF-5374CAFC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699EF-D37D-4290-886A-19D303D3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07785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C8ED4-2F37-4603-A2FF-97054CA7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F9477-0DE9-43F8-9497-513D2EF3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7015-610C-48E6-88D8-35CC5850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D2CBE-F2FB-44C5-993A-6C2620CA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165BC-7BA3-4BA6-AA2A-717E6A75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a1d97b97054e42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bb83c8b42a424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4AAD6-C5A7-4654-8E7F-9C566096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D964F7-C6C0-4594-B3F1-82C8957F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7A0A7-53EB-4D9C-8F31-81F5F578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261121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2CC46-3C1F-46C5-8E7B-ABE55012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B4A474-920A-4560-AD05-4F92B991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C562F-1434-423C-8AA1-731D03B0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A78DB-C6EA-4D86-975A-2EDC8541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62E36-6C48-4589-8FE4-9293DBBC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56d4926c474d96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97ab83b0eb4f5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DB4D6A-DD38-4B66-AB19-D4A4F7ED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A1D37-1205-4EF2-8EF5-2EC51EE2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2AD040-F969-42F5-9E74-173D7941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123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96C051-3948-4CD9-9B79-C98926ED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45280-7143-4E9E-8C6B-15006D41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Westhaven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955CA-B9F3-49F8-AE73-CA070BA8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93E86-93E0-4194-A6C7-4CAF5240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E4D03-0FCE-412A-B6D4-DD388673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bf8f45a7ee45a4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845429abf1401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3C594-86F5-4174-9C80-F833718C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7F3FD-7480-4CB0-B05F-7D39029D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AECAF-B301-4F75-8B7F-E30EE369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659830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1849C6-4F60-4C56-9887-FFE2D138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08A01-1437-4C11-9C36-22024B20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1BB5A-CA8B-4246-B4B1-BC23612A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Pacing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255ED-D1D7-4E77-8334-03D02C3C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A49E0-9B35-4399-8D65-A2E582AC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3ca895074d4300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438ebb02e74f2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3A9EB-1162-43ED-B385-1B35C8A9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9B8D7-FF5F-4986-BC82-067612CF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5F647-CDA9-4FDD-8DBC-C8074A06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73677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ADE4FD-B70D-48FA-B5CE-4C005D17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71977-0262-4B74-9C43-4DFE5312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Rhythm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E5A74-18E8-4076-B63B-7B4D9C84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Monitoring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67990-9565-42DF-9EC2-93967DF8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CC3E6-9FED-4171-B96F-8EA9F317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b56b9022304e92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a42e84a43649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98BE3-DB50-46BF-991D-7EED038E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B13336-2FD6-4EA7-BCEA-6EFC562A8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FB55B-AD38-4D84-B0D1-03AB42F1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15C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15CC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585628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37162-BC51-4E66-A85A-F0E77207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1389-0F7A-4A7D-B9DE-4C28489E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2E820-5996-4E71-B36C-43376502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Coronary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7ABC3F-E3D5-43A4-9670-CC1C0EF1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D2139-39D7-4929-994A-6C8C3A45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0d9af4579d4fc9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e664ef8e7a4ca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61615-67EE-4C17-B05A-FC878638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518F0-8BA5-440B-8F04-773B85CC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63F4C-ED5B-494B-A578-D2329523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0879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E8DFA-DE60-483A-8535-3EED87D2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MANAGEMENT REVIEW / FICTIONAL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050E3-03D3-4C92-801B-3B111C8F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620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2331"/>
                </a:solidFill>
                <a:latin typeface="Arial"/>
                <a:ea typeface="Arial"/>
                <a:cs typeface="Arial"/>
              </a:rPr>
              <a:t>Southland · Vascular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3EB57-4CAE-4A18-89ED-439ABE08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Peripheral · 2025 quarterly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2E65D-554D-43FF-AF4C-60D8133F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Unit market share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47156-522E-4C0E-B203-EA998FD5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33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331"/>
                </a:solidFill>
                <a:latin typeface="Arial"/>
                <a:ea typeface="Arial"/>
                <a:cs typeface="Arial"/>
              </a:rPr>
              <a:t>Average selling price (EUR)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76250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3ff29ae5174d3a"/>
          </a:graphicData>
        </a:graphic>
      </p:graphicFrame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429375" y="266700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402bd3478844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CF371-061F-472E-8EE3-6B780BD0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8167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Market share = company units / market units. ASP = revenue / company units.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DBE44-909E-42A5-A1DB-584C47D5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103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86171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86171"/>
                </a:solidFill>
                <a:latin typeface="Arial"/>
                <a:ea typeface="Arial"/>
                <a:cs typeface="Arial"/>
              </a:rPr>
              <a:t>Fictional data. New portfolio demonstration; no live Qlik connection.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16C58-DE6E-4EDC-8A23-FEED3C4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103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6786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6786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364352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2026-09-09T14:34:23.5840000Z</dcterms:created>
  <dcterms:modified xsi:type="dcterms:W3CDTF">2026-09-09T14:34:23.5840000Z</dcterms:modified>
</coreProperties>
</file>